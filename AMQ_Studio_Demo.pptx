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3.xml" ContentType="application/vnd.openxmlformats-officedocument.them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4.xml" ContentType="application/vnd.openxmlformats-officedocument.them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5.xml" ContentType="application/vnd.openxmlformats-officedocument.them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heme/theme6.xml" ContentType="application/vnd.openxmlformats-officedocument.theme+xml"/>
  <Override PartName="/ppt/theme/theme7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915" r:id="rId4"/>
    <p:sldMasterId id="2147484109" r:id="rId5"/>
    <p:sldMasterId id="2147484140" r:id="rId6"/>
    <p:sldMasterId id="2147484105" r:id="rId7"/>
    <p:sldMasterId id="2147484101" r:id="rId8"/>
  </p:sldMasterIdLst>
  <p:notesMasterIdLst>
    <p:notesMasterId r:id="rId25"/>
  </p:notesMasterIdLst>
  <p:handoutMasterIdLst>
    <p:handoutMasterId r:id="rId26"/>
  </p:handoutMasterIdLst>
  <p:sldIdLst>
    <p:sldId id="2145707158" r:id="rId9"/>
    <p:sldId id="2145707159" r:id="rId10"/>
    <p:sldId id="2145707160" r:id="rId11"/>
    <p:sldId id="2145707161" r:id="rId12"/>
    <p:sldId id="2145707162" r:id="rId13"/>
    <p:sldId id="2145707163" r:id="rId14"/>
    <p:sldId id="2145707164" r:id="rId15"/>
    <p:sldId id="2145707165" r:id="rId16"/>
    <p:sldId id="2145707166" r:id="rId17"/>
    <p:sldId id="2145707167" r:id="rId18"/>
    <p:sldId id="2145707168" r:id="rId19"/>
    <p:sldId id="2145707169" r:id="rId20"/>
    <p:sldId id="2145707170" r:id="rId21"/>
    <p:sldId id="2145707171" r:id="rId22"/>
    <p:sldId id="2145707172" r:id="rId23"/>
    <p:sldId id="2145707173" r:id="rId24"/>
  </p:sldIdLst>
  <p:sldSz cx="12192000" cy="6858000"/>
  <p:notesSz cx="6805613" cy="9939338"/>
  <p:custDataLst>
    <p:tags r:id="rId2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lide Templates" id="{8AFEB654-B8ED-8C45-AB6D-98CCE957F84B}">
          <p14:sldIdLst>
            <p14:sldId id="2145707158"/>
            <p14:sldId id="2145707159"/>
            <p14:sldId id="2145707160"/>
            <p14:sldId id="2145707161"/>
            <p14:sldId id="2145707162"/>
            <p14:sldId id="2145707163"/>
            <p14:sldId id="2145707164"/>
            <p14:sldId id="2145707165"/>
            <p14:sldId id="2145707166"/>
            <p14:sldId id="2145707167"/>
            <p14:sldId id="2145707168"/>
            <p14:sldId id="2145707169"/>
            <p14:sldId id="2145707170"/>
            <p14:sldId id="2145707171"/>
            <p14:sldId id="2145707172"/>
            <p14:sldId id="2145707173"/>
          </p14:sldIdLst>
        </p14:section>
      </p14:sectionLst>
    </p:ex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3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7BFED43-ACC7-69D6-45AF-1D2F35AD3C92}" name="Tame, Joseph" initials="TJ" userId="S::joseph.tame@takeda.com::200f3c50-5114-44e0-a3b7-354d85485142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thor" initials="A" lastIdx="20" clrIdx="0"/>
  <p:cmAuthor id="2" name="Pascal Santoso" initials="PS" lastIdx="1" clrIdx="1">
    <p:extLst>
      <p:ext uri="{19B8F6BF-5375-455C-9EA6-DF929625EA0E}">
        <p15:presenceInfo xmlns:p15="http://schemas.microsoft.com/office/powerpoint/2012/main" userId="Pascal Santoso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1D8E0"/>
    <a:srgbClr val="450A0A"/>
    <a:srgbClr val="BD120A"/>
    <a:srgbClr val="F78C85"/>
    <a:srgbClr val="EB6C70"/>
    <a:srgbClr val="1A1918"/>
    <a:srgbClr val="000000"/>
    <a:srgbClr val="E1242A"/>
    <a:srgbClr val="EE1100"/>
    <a:srgbClr val="63616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384"/>
  </p:normalViewPr>
  <p:slideViewPr>
    <p:cSldViewPr snapToGrid="0">
      <p:cViewPr varScale="1">
        <p:scale>
          <a:sx n="90" d="100"/>
          <a:sy n="90" d="100"/>
        </p:scale>
        <p:origin x="398" y="62"/>
      </p:cViewPr>
      <p:guideLst>
        <p:guide pos="3840"/>
        <p:guide orient="horz" pos="213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3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notesMaster" Target="notesMasters/notesMaster1.xml"/><Relationship Id="rId33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commentAuthors" Target="commentAuthors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tags" Target="tags/tag1.xml"/><Relationship Id="rId30" Type="http://schemas.openxmlformats.org/officeDocument/2006/relationships/viewProps" Target="viewProps.xml"/><Relationship Id="rId8" Type="http://schemas.openxmlformats.org/officeDocument/2006/relationships/slideMaster" Target="slideMasters/slideMaster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1338B53-DF04-6C44-DA63-87781356B5F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JP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1969E4-EAB4-E5FE-D533-6B46EAAE17B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4450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097BCF-4064-4F4A-A2AF-68CE3FBE952E}" type="datetimeFigureOut">
              <a:rPr lang="en-JP" smtClean="0"/>
              <a:t>07/02/2026</a:t>
            </a:fld>
            <a:endParaRPr lang="en-JP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3BB207-C3A1-5F83-27F8-994FFA9FFA6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40863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JP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47DB31-24F4-B620-B3F9-E3EA3FEECF3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4450" y="9440863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BC2824-C131-D64A-81E0-EBACB20829E1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97993048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9100" cy="498693"/>
          </a:xfrm>
          <a:prstGeom prst="rect">
            <a:avLst/>
          </a:prstGeom>
        </p:spPr>
        <p:txBody>
          <a:bodyPr vert="horz" lIns="94640" tIns="47320" rIns="94640" bIns="47320" rtlCol="0"/>
          <a:lstStyle>
            <a:lvl1pPr algn="l">
              <a:defRPr sz="1200" b="0" i="0">
                <a:latin typeface="Aptos" panose="020B00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4939" y="1"/>
            <a:ext cx="2949100" cy="498693"/>
          </a:xfrm>
          <a:prstGeom prst="rect">
            <a:avLst/>
          </a:prstGeom>
        </p:spPr>
        <p:txBody>
          <a:bodyPr vert="horz" lIns="94640" tIns="47320" rIns="94640" bIns="47320" rtlCol="0"/>
          <a:lstStyle>
            <a:lvl1pPr algn="r">
              <a:defRPr sz="1200" b="0" i="0">
                <a:latin typeface="Aptos" panose="020B0004020202020204" pitchFamily="34" charset="0"/>
              </a:defRPr>
            </a:lvl1pPr>
          </a:lstStyle>
          <a:p>
            <a:fld id="{625DEF87-78CF-4C57-A0B1-A9406068048C}" type="datetimeFigureOut">
              <a:rPr lang="en-US" smtClean="0"/>
              <a:pPr/>
              <a:t>02-Jul-26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3013"/>
            <a:ext cx="5961063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40" tIns="47320" rIns="94640" bIns="473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562" y="4783307"/>
            <a:ext cx="5444490" cy="3913615"/>
          </a:xfrm>
          <a:prstGeom prst="rect">
            <a:avLst/>
          </a:prstGeom>
        </p:spPr>
        <p:txBody>
          <a:bodyPr vert="horz" lIns="94640" tIns="47320" rIns="94640" bIns="473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0647"/>
            <a:ext cx="2949100" cy="498692"/>
          </a:xfrm>
          <a:prstGeom prst="rect">
            <a:avLst/>
          </a:prstGeom>
        </p:spPr>
        <p:txBody>
          <a:bodyPr vert="horz" lIns="94640" tIns="47320" rIns="94640" bIns="47320" rtlCol="0" anchor="b"/>
          <a:lstStyle>
            <a:lvl1pPr algn="l">
              <a:defRPr sz="1200" b="0" i="0">
                <a:latin typeface="Aptos" panose="020B00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4939" y="9440647"/>
            <a:ext cx="2949100" cy="498692"/>
          </a:xfrm>
          <a:prstGeom prst="rect">
            <a:avLst/>
          </a:prstGeom>
        </p:spPr>
        <p:txBody>
          <a:bodyPr vert="horz" lIns="94640" tIns="47320" rIns="94640" bIns="47320" rtlCol="0" anchor="b"/>
          <a:lstStyle>
            <a:lvl1pPr algn="r">
              <a:defRPr sz="1200" b="0" i="0">
                <a:latin typeface="Aptos" panose="020B0004020202020204" pitchFamily="34" charset="0"/>
              </a:defRPr>
            </a:lvl1pPr>
          </a:lstStyle>
          <a:p>
            <a:fld id="{49E0EA7B-6822-4EC8-8C65-EACC542A139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45919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1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sv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sv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svg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4.sv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4.sv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4.svg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4.sv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4.sv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4.svg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4.sv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4.sv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4.svg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9EEE363-EEAF-91E6-8E2E-6DC9C9CD10B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9F5E8E0A-41D4-8346-9248-0B9AAC71238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06003" y="2577647"/>
            <a:ext cx="5289997" cy="989516"/>
          </a:xfrm>
          <a:prstGeom prst="rect">
            <a:avLst/>
          </a:prstGeom>
        </p:spPr>
        <p:txBody>
          <a:bodyPr wrap="square" lIns="0" tIns="0" rIns="0" bIns="0" anchor="t" anchorCtr="0">
            <a:normAutofit/>
          </a:bodyPr>
          <a:lstStyle>
            <a:lvl1pPr>
              <a:lnSpc>
                <a:spcPct val="90000"/>
              </a:lnSpc>
              <a:defRPr sz="4800" b="1" i="0" baseline="0">
                <a:solidFill>
                  <a:schemeClr val="tx1"/>
                </a:solidFill>
                <a:latin typeface="Aptos" panose="020B0004020202020204" pitchFamily="34" charset="0"/>
                <a:ea typeface="メイリオ" pitchFamily="50" charset="-128"/>
                <a:cs typeface="Calibri" pitchFamily="34" charset="0"/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F7327E43-4F43-914D-BE65-DB0ADB5A5E1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06003" y="4551743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Title of Position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4A23AA60-6137-8841-B2ED-51B2F2E5C1B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6003" y="4811514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Department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BB4FEAB2-22C6-3446-B4D2-5B610A729BC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06003" y="5071285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4085F378-E668-A648-B7B1-8C76C309ED6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06003" y="4291972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1E31EF6-BED5-C14F-94AD-4E5C55B8551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06003" y="5331055"/>
            <a:ext cx="5289997" cy="234001"/>
          </a:xfrm>
        </p:spPr>
        <p:txBody>
          <a:bodyPr tIns="0" rIns="0" bIns="0" anchor="ctr" anchorCtr="0">
            <a:noAutofit/>
          </a:bodyPr>
          <a:lstStyle>
            <a:lvl1pPr marL="0" marR="0" indent="0" algn="l" defTabSz="9141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C4948"/>
              </a:buClr>
              <a:buSzTx/>
              <a:buFont typeface="Arial" panose="020B0604020202020204" pitchFamily="34" charset="0"/>
              <a:buNone/>
              <a:tabLst/>
              <a:defRPr sz="800" b="0" i="0">
                <a:latin typeface="Aptos" panose="020B0004020202020204" pitchFamily="34" charset="0"/>
              </a:defRPr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marL="0" marR="0" lvl="0" indent="0" algn="l" defTabSz="9141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C494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Private and confidential. For internal use only.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E62D2EF-860C-0EF9-0D9D-F4DA4D85B2E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003" y="2217544"/>
            <a:ext cx="5289997" cy="338534"/>
          </a:xfrm>
        </p:spPr>
        <p:txBody>
          <a:bodyPr>
            <a:noAutofit/>
          </a:bodyPr>
          <a:lstStyle>
            <a:lvl1pPr marL="0" indent="0">
              <a:buNone/>
              <a:defRPr sz="1600" b="1" i="0" spc="15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SUBHEADING</a:t>
            </a:r>
            <a:endParaRPr lang="en-JP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A03664B3-84F2-085B-621E-EC26FA81CB42}"/>
              </a:ext>
            </a:extLst>
          </p:cNvPr>
          <p:cNvSpPr/>
          <p:nvPr userDrawn="1"/>
        </p:nvSpPr>
        <p:spPr>
          <a:xfrm>
            <a:off x="305389" y="2579521"/>
            <a:ext cx="190787" cy="565121"/>
          </a:xfrm>
          <a:custGeom>
            <a:avLst/>
            <a:gdLst>
              <a:gd name="connsiteX0" fmla="*/ 0 w 66951"/>
              <a:gd name="connsiteY0" fmla="*/ 0 h 565121"/>
              <a:gd name="connsiteX1" fmla="*/ 66951 w 66951"/>
              <a:gd name="connsiteY1" fmla="*/ 0 h 565121"/>
              <a:gd name="connsiteX2" fmla="*/ 66951 w 66951"/>
              <a:gd name="connsiteY2" fmla="*/ 565121 h 565121"/>
              <a:gd name="connsiteX3" fmla="*/ 0 w 66951"/>
              <a:gd name="connsiteY3" fmla="*/ 565121 h 565121"/>
              <a:gd name="connsiteX4" fmla="*/ 0 w 66951"/>
              <a:gd name="connsiteY4" fmla="*/ 0 h 565121"/>
              <a:gd name="connsiteX0" fmla="*/ 0 w 131862"/>
              <a:gd name="connsiteY0" fmla="*/ 0 h 565121"/>
              <a:gd name="connsiteX1" fmla="*/ 66951 w 131862"/>
              <a:gd name="connsiteY1" fmla="*/ 0 h 565121"/>
              <a:gd name="connsiteX2" fmla="*/ 66951 w 131862"/>
              <a:gd name="connsiteY2" fmla="*/ 565121 h 565121"/>
              <a:gd name="connsiteX3" fmla="*/ 0 w 131862"/>
              <a:gd name="connsiteY3" fmla="*/ 565121 h 565121"/>
              <a:gd name="connsiteX4" fmla="*/ 0 w 131862"/>
              <a:gd name="connsiteY4" fmla="*/ 0 h 565121"/>
              <a:gd name="connsiteX0" fmla="*/ 0 w 177682"/>
              <a:gd name="connsiteY0" fmla="*/ 0 h 565121"/>
              <a:gd name="connsiteX1" fmla="*/ 66951 w 177682"/>
              <a:gd name="connsiteY1" fmla="*/ 0 h 565121"/>
              <a:gd name="connsiteX2" fmla="*/ 66951 w 177682"/>
              <a:gd name="connsiteY2" fmla="*/ 565121 h 565121"/>
              <a:gd name="connsiteX3" fmla="*/ 0 w 177682"/>
              <a:gd name="connsiteY3" fmla="*/ 565121 h 565121"/>
              <a:gd name="connsiteX4" fmla="*/ 0 w 177682"/>
              <a:gd name="connsiteY4" fmla="*/ 0 h 565121"/>
              <a:gd name="connsiteX0" fmla="*/ 0 w 186120"/>
              <a:gd name="connsiteY0" fmla="*/ 0 h 565121"/>
              <a:gd name="connsiteX1" fmla="*/ 66951 w 186120"/>
              <a:gd name="connsiteY1" fmla="*/ 0 h 565121"/>
              <a:gd name="connsiteX2" fmla="*/ 66951 w 186120"/>
              <a:gd name="connsiteY2" fmla="*/ 565121 h 565121"/>
              <a:gd name="connsiteX3" fmla="*/ 0 w 186120"/>
              <a:gd name="connsiteY3" fmla="*/ 565121 h 565121"/>
              <a:gd name="connsiteX4" fmla="*/ 0 w 186120"/>
              <a:gd name="connsiteY4" fmla="*/ 0 h 565121"/>
              <a:gd name="connsiteX0" fmla="*/ 0 w 190787"/>
              <a:gd name="connsiteY0" fmla="*/ 0 h 565121"/>
              <a:gd name="connsiteX1" fmla="*/ 66951 w 190787"/>
              <a:gd name="connsiteY1" fmla="*/ 0 h 565121"/>
              <a:gd name="connsiteX2" fmla="*/ 66951 w 190787"/>
              <a:gd name="connsiteY2" fmla="*/ 565121 h 565121"/>
              <a:gd name="connsiteX3" fmla="*/ 0 w 190787"/>
              <a:gd name="connsiteY3" fmla="*/ 565121 h 565121"/>
              <a:gd name="connsiteX4" fmla="*/ 0 w 190787"/>
              <a:gd name="connsiteY4" fmla="*/ 0 h 565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0787" h="565121">
                <a:moveTo>
                  <a:pt x="0" y="0"/>
                </a:moveTo>
                <a:lnTo>
                  <a:pt x="66951" y="0"/>
                </a:lnTo>
                <a:cubicBezTo>
                  <a:pt x="235226" y="153449"/>
                  <a:pt x="228876" y="408497"/>
                  <a:pt x="66951" y="565121"/>
                </a:cubicBezTo>
                <a:lnTo>
                  <a:pt x="0" y="5651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algn="ctr"/>
            <a:endParaRPr kumimoji="1" lang="en-JP">
              <a:solidFill>
                <a:schemeClr val="bg1"/>
              </a:solidFill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64841CF-A42B-7964-E640-E45EE8EF6FD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6002" y="6376220"/>
            <a:ext cx="1950447" cy="111946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A8A17531-6C50-A053-2AAD-9EE5F00D053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8589" y="0"/>
            <a:ext cx="1779439" cy="980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6428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65" userDrawn="1">
          <p15:clr>
            <a:srgbClr val="FBAE40"/>
          </p15:clr>
        </p15:guide>
        <p15:guide id="2" orient="horz" pos="2364" userDrawn="1">
          <p15:clr>
            <a:srgbClr val="FBAE40"/>
          </p15:clr>
        </p15:guide>
        <p15:guide id="3" orient="horz" pos="216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P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55318D2-0E90-32A2-D960-F6B0490DABC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73407"/>
          </a:xfrm>
          <a:prstGeom prst="rect">
            <a:avLst/>
          </a:prstGeom>
        </p:spPr>
      </p:pic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F7327E43-4F43-914D-BE65-DB0ADB5A5E1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06003" y="4551743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Title of Position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4A23AA60-6137-8841-B2ED-51B2F2E5C1B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6003" y="4811514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Department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BB4FEAB2-22C6-3446-B4D2-5B610A729BC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06003" y="5071285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4085F378-E668-A648-B7B1-8C76C309ED6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06003" y="4291972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1E31EF6-BED5-C14F-94AD-4E5C55B8551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06003" y="5331055"/>
            <a:ext cx="5289997" cy="234001"/>
          </a:xfrm>
        </p:spPr>
        <p:txBody>
          <a:bodyPr tIns="0" rIns="0" bIns="0" anchor="ctr" anchorCtr="0">
            <a:noAutofit/>
          </a:bodyPr>
          <a:lstStyle>
            <a:lvl1pPr marL="0" marR="0" indent="0" algn="l" defTabSz="9141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C4948"/>
              </a:buClr>
              <a:buSzTx/>
              <a:buFont typeface="Arial" panose="020B0604020202020204" pitchFamily="34" charset="0"/>
              <a:buNone/>
              <a:tabLst/>
              <a:defRPr sz="800" b="0" i="0">
                <a:latin typeface="Aptos" panose="020B0004020202020204" pitchFamily="34" charset="0"/>
              </a:defRPr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marL="0" marR="0" lvl="0" indent="0" algn="l" defTabSz="9141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C494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Private and confidential. For internal use only.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36AA297-C1B3-6AA7-B92D-EA952C698FD3}"/>
              </a:ext>
            </a:extLst>
          </p:cNvPr>
          <p:cNvSpPr/>
          <p:nvPr userDrawn="1"/>
        </p:nvSpPr>
        <p:spPr>
          <a:xfrm>
            <a:off x="305389" y="2579521"/>
            <a:ext cx="190787" cy="565121"/>
          </a:xfrm>
          <a:custGeom>
            <a:avLst/>
            <a:gdLst>
              <a:gd name="connsiteX0" fmla="*/ 0 w 66951"/>
              <a:gd name="connsiteY0" fmla="*/ 0 h 565121"/>
              <a:gd name="connsiteX1" fmla="*/ 66951 w 66951"/>
              <a:gd name="connsiteY1" fmla="*/ 0 h 565121"/>
              <a:gd name="connsiteX2" fmla="*/ 66951 w 66951"/>
              <a:gd name="connsiteY2" fmla="*/ 565121 h 565121"/>
              <a:gd name="connsiteX3" fmla="*/ 0 w 66951"/>
              <a:gd name="connsiteY3" fmla="*/ 565121 h 565121"/>
              <a:gd name="connsiteX4" fmla="*/ 0 w 66951"/>
              <a:gd name="connsiteY4" fmla="*/ 0 h 565121"/>
              <a:gd name="connsiteX0" fmla="*/ 0 w 131862"/>
              <a:gd name="connsiteY0" fmla="*/ 0 h 565121"/>
              <a:gd name="connsiteX1" fmla="*/ 66951 w 131862"/>
              <a:gd name="connsiteY1" fmla="*/ 0 h 565121"/>
              <a:gd name="connsiteX2" fmla="*/ 66951 w 131862"/>
              <a:gd name="connsiteY2" fmla="*/ 565121 h 565121"/>
              <a:gd name="connsiteX3" fmla="*/ 0 w 131862"/>
              <a:gd name="connsiteY3" fmla="*/ 565121 h 565121"/>
              <a:gd name="connsiteX4" fmla="*/ 0 w 131862"/>
              <a:gd name="connsiteY4" fmla="*/ 0 h 565121"/>
              <a:gd name="connsiteX0" fmla="*/ 0 w 177682"/>
              <a:gd name="connsiteY0" fmla="*/ 0 h 565121"/>
              <a:gd name="connsiteX1" fmla="*/ 66951 w 177682"/>
              <a:gd name="connsiteY1" fmla="*/ 0 h 565121"/>
              <a:gd name="connsiteX2" fmla="*/ 66951 w 177682"/>
              <a:gd name="connsiteY2" fmla="*/ 565121 h 565121"/>
              <a:gd name="connsiteX3" fmla="*/ 0 w 177682"/>
              <a:gd name="connsiteY3" fmla="*/ 565121 h 565121"/>
              <a:gd name="connsiteX4" fmla="*/ 0 w 177682"/>
              <a:gd name="connsiteY4" fmla="*/ 0 h 565121"/>
              <a:gd name="connsiteX0" fmla="*/ 0 w 186120"/>
              <a:gd name="connsiteY0" fmla="*/ 0 h 565121"/>
              <a:gd name="connsiteX1" fmla="*/ 66951 w 186120"/>
              <a:gd name="connsiteY1" fmla="*/ 0 h 565121"/>
              <a:gd name="connsiteX2" fmla="*/ 66951 w 186120"/>
              <a:gd name="connsiteY2" fmla="*/ 565121 h 565121"/>
              <a:gd name="connsiteX3" fmla="*/ 0 w 186120"/>
              <a:gd name="connsiteY3" fmla="*/ 565121 h 565121"/>
              <a:gd name="connsiteX4" fmla="*/ 0 w 186120"/>
              <a:gd name="connsiteY4" fmla="*/ 0 h 565121"/>
              <a:gd name="connsiteX0" fmla="*/ 0 w 190787"/>
              <a:gd name="connsiteY0" fmla="*/ 0 h 565121"/>
              <a:gd name="connsiteX1" fmla="*/ 66951 w 190787"/>
              <a:gd name="connsiteY1" fmla="*/ 0 h 565121"/>
              <a:gd name="connsiteX2" fmla="*/ 66951 w 190787"/>
              <a:gd name="connsiteY2" fmla="*/ 565121 h 565121"/>
              <a:gd name="connsiteX3" fmla="*/ 0 w 190787"/>
              <a:gd name="connsiteY3" fmla="*/ 565121 h 565121"/>
              <a:gd name="connsiteX4" fmla="*/ 0 w 190787"/>
              <a:gd name="connsiteY4" fmla="*/ 0 h 565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0787" h="565121">
                <a:moveTo>
                  <a:pt x="0" y="0"/>
                </a:moveTo>
                <a:lnTo>
                  <a:pt x="66951" y="0"/>
                </a:lnTo>
                <a:cubicBezTo>
                  <a:pt x="235226" y="153449"/>
                  <a:pt x="228876" y="408497"/>
                  <a:pt x="66951" y="565121"/>
                </a:cubicBezTo>
                <a:lnTo>
                  <a:pt x="0" y="5651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algn="ctr"/>
            <a:endParaRPr kumimoji="1" lang="en-JP">
              <a:solidFill>
                <a:schemeClr val="bg1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E19FC7D-F29E-9586-DB79-CCA79D62C31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06003" y="2577647"/>
            <a:ext cx="5289997" cy="989516"/>
          </a:xfrm>
          <a:prstGeom prst="rect">
            <a:avLst/>
          </a:prstGeom>
        </p:spPr>
        <p:txBody>
          <a:bodyPr wrap="square" lIns="0" tIns="0" rIns="0" bIns="0" anchor="t" anchorCtr="0">
            <a:normAutofit/>
          </a:bodyPr>
          <a:lstStyle>
            <a:lvl1pPr>
              <a:lnSpc>
                <a:spcPct val="90000"/>
              </a:lnSpc>
              <a:defRPr sz="4800" b="1" i="0" baseline="0">
                <a:solidFill>
                  <a:schemeClr val="tx1"/>
                </a:solidFill>
                <a:latin typeface="Aptos" panose="020B0004020202020204" pitchFamily="34" charset="0"/>
                <a:ea typeface="メイリオ" pitchFamily="50" charset="-128"/>
                <a:cs typeface="Calibri" pitchFamily="34" charset="0"/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DFC6BF9A-D167-B23C-D0BC-EE62BCDD17A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003" y="2217544"/>
            <a:ext cx="5289997" cy="338534"/>
          </a:xfrm>
        </p:spPr>
        <p:txBody>
          <a:bodyPr>
            <a:noAutofit/>
          </a:bodyPr>
          <a:lstStyle>
            <a:lvl1pPr marL="0" indent="0">
              <a:buNone/>
              <a:defRPr sz="1600" b="1" i="0" spc="15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SUBHEADING</a:t>
            </a:r>
            <a:endParaRPr lang="en-JP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0492BEA3-35AE-A36A-E76E-7345A3F617F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6002" y="6376220"/>
            <a:ext cx="1950447" cy="111946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29C56089-D7FF-D9FF-B369-FC3D8C8ADD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8589" y="0"/>
            <a:ext cx="1779439" cy="980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1286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65" userDrawn="1">
          <p15:clr>
            <a:srgbClr val="FBAE40"/>
          </p15:clr>
        </p15:guide>
        <p15:guide id="2" orient="horz" pos="2364" userDrawn="1">
          <p15:clr>
            <a:srgbClr val="FBAE40"/>
          </p15:clr>
        </p15:guide>
        <p15:guide id="3" orient="horz" pos="216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P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F7327E43-4F43-914D-BE65-DB0ADB5A5E1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06004" y="4551743"/>
            <a:ext cx="3959858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Title of Position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4A23AA60-6137-8841-B2ED-51B2F2E5C1B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6004" y="4811514"/>
            <a:ext cx="3959858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Department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BB4FEAB2-22C6-3446-B4D2-5B610A729BC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06004" y="5071285"/>
            <a:ext cx="3959858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4085F378-E668-A648-B7B1-8C76C309ED6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06004" y="4291972"/>
            <a:ext cx="3959858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1E31EF6-BED5-C14F-94AD-4E5C55B8551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06004" y="5331055"/>
            <a:ext cx="3959858" cy="234001"/>
          </a:xfrm>
        </p:spPr>
        <p:txBody>
          <a:bodyPr tIns="0" rIns="0" bIns="0" anchor="ctr" anchorCtr="0">
            <a:noAutofit/>
          </a:bodyPr>
          <a:lstStyle>
            <a:lvl1pPr marL="0" marR="0" indent="0" algn="l" defTabSz="9141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C4948"/>
              </a:buClr>
              <a:buSzTx/>
              <a:buFont typeface="Arial" panose="020B0604020202020204" pitchFamily="34" charset="0"/>
              <a:buNone/>
              <a:tabLst/>
              <a:defRPr sz="800" b="0" i="0">
                <a:latin typeface="Aptos" panose="020B0004020202020204" pitchFamily="34" charset="0"/>
              </a:defRPr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marL="0" marR="0" lvl="0" indent="0" algn="l" defTabSz="9141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C494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Private and confidential. For internal use only.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E178A03B-9AD1-5F09-F7A7-64A541A1BE1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866512" y="1"/>
            <a:ext cx="6328185" cy="6857999"/>
          </a:xfrm>
          <a:custGeom>
            <a:avLst/>
            <a:gdLst>
              <a:gd name="connsiteX0" fmla="*/ 0 w 6462532"/>
              <a:gd name="connsiteY0" fmla="*/ 3052818 h 6105636"/>
              <a:gd name="connsiteX1" fmla="*/ 3052818 w 6462532"/>
              <a:gd name="connsiteY1" fmla="*/ 0 h 6105636"/>
              <a:gd name="connsiteX2" fmla="*/ 3409714 w 6462532"/>
              <a:gd name="connsiteY2" fmla="*/ 0 h 6105636"/>
              <a:gd name="connsiteX3" fmla="*/ 6462532 w 6462532"/>
              <a:gd name="connsiteY3" fmla="*/ 3052818 h 6105636"/>
              <a:gd name="connsiteX4" fmla="*/ 6462532 w 6462532"/>
              <a:gd name="connsiteY4" fmla="*/ 3052818 h 6105636"/>
              <a:gd name="connsiteX5" fmla="*/ 3409714 w 6462532"/>
              <a:gd name="connsiteY5" fmla="*/ 6105636 h 6105636"/>
              <a:gd name="connsiteX6" fmla="*/ 3052818 w 6462532"/>
              <a:gd name="connsiteY6" fmla="*/ 6105636 h 6105636"/>
              <a:gd name="connsiteX7" fmla="*/ 0 w 6462532"/>
              <a:gd name="connsiteY7" fmla="*/ 3052818 h 6105636"/>
              <a:gd name="connsiteX0" fmla="*/ 0 w 7309764"/>
              <a:gd name="connsiteY0" fmla="*/ 3052818 h 6105636"/>
              <a:gd name="connsiteX1" fmla="*/ 3052818 w 7309764"/>
              <a:gd name="connsiteY1" fmla="*/ 0 h 6105636"/>
              <a:gd name="connsiteX2" fmla="*/ 6592752 w 7309764"/>
              <a:gd name="connsiteY2" fmla="*/ 46298 h 6105636"/>
              <a:gd name="connsiteX3" fmla="*/ 6462532 w 7309764"/>
              <a:gd name="connsiteY3" fmla="*/ 3052818 h 6105636"/>
              <a:gd name="connsiteX4" fmla="*/ 6462532 w 7309764"/>
              <a:gd name="connsiteY4" fmla="*/ 3052818 h 6105636"/>
              <a:gd name="connsiteX5" fmla="*/ 3409714 w 7309764"/>
              <a:gd name="connsiteY5" fmla="*/ 6105636 h 6105636"/>
              <a:gd name="connsiteX6" fmla="*/ 3052818 w 7309764"/>
              <a:gd name="connsiteY6" fmla="*/ 6105636 h 6105636"/>
              <a:gd name="connsiteX7" fmla="*/ 0 w 7309764"/>
              <a:gd name="connsiteY7" fmla="*/ 3052818 h 6105636"/>
              <a:gd name="connsiteX0" fmla="*/ 0 w 7309764"/>
              <a:gd name="connsiteY0" fmla="*/ 3060215 h 6113033"/>
              <a:gd name="connsiteX1" fmla="*/ 3052818 w 7309764"/>
              <a:gd name="connsiteY1" fmla="*/ 7397 h 6113033"/>
              <a:gd name="connsiteX2" fmla="*/ 6592752 w 7309764"/>
              <a:gd name="connsiteY2" fmla="*/ 53695 h 6113033"/>
              <a:gd name="connsiteX3" fmla="*/ 6462532 w 7309764"/>
              <a:gd name="connsiteY3" fmla="*/ 3060215 h 6113033"/>
              <a:gd name="connsiteX4" fmla="*/ 6462532 w 7309764"/>
              <a:gd name="connsiteY4" fmla="*/ 3060215 h 6113033"/>
              <a:gd name="connsiteX5" fmla="*/ 3409714 w 7309764"/>
              <a:gd name="connsiteY5" fmla="*/ 6113033 h 6113033"/>
              <a:gd name="connsiteX6" fmla="*/ 3052818 w 7309764"/>
              <a:gd name="connsiteY6" fmla="*/ 6113033 h 6113033"/>
              <a:gd name="connsiteX7" fmla="*/ 0 w 7309764"/>
              <a:gd name="connsiteY7" fmla="*/ 3060215 h 6113033"/>
              <a:gd name="connsiteX0" fmla="*/ 0 w 7309764"/>
              <a:gd name="connsiteY0" fmla="*/ 3052818 h 6105636"/>
              <a:gd name="connsiteX1" fmla="*/ 3052818 w 7309764"/>
              <a:gd name="connsiteY1" fmla="*/ 0 h 6105636"/>
              <a:gd name="connsiteX2" fmla="*/ 6592752 w 7309764"/>
              <a:gd name="connsiteY2" fmla="*/ 46298 h 6105636"/>
              <a:gd name="connsiteX3" fmla="*/ 6462532 w 7309764"/>
              <a:gd name="connsiteY3" fmla="*/ 3052818 h 6105636"/>
              <a:gd name="connsiteX4" fmla="*/ 6462532 w 7309764"/>
              <a:gd name="connsiteY4" fmla="*/ 3052818 h 6105636"/>
              <a:gd name="connsiteX5" fmla="*/ 3409714 w 7309764"/>
              <a:gd name="connsiteY5" fmla="*/ 6105636 h 6105636"/>
              <a:gd name="connsiteX6" fmla="*/ 3052818 w 7309764"/>
              <a:gd name="connsiteY6" fmla="*/ 6105636 h 6105636"/>
              <a:gd name="connsiteX7" fmla="*/ 0 w 7309764"/>
              <a:gd name="connsiteY7" fmla="*/ 3052818 h 6105636"/>
              <a:gd name="connsiteX0" fmla="*/ 0 w 7162978"/>
              <a:gd name="connsiteY0" fmla="*/ 3052818 h 6105636"/>
              <a:gd name="connsiteX1" fmla="*/ 3052818 w 7162978"/>
              <a:gd name="connsiteY1" fmla="*/ 0 h 6105636"/>
              <a:gd name="connsiteX2" fmla="*/ 6395982 w 7162978"/>
              <a:gd name="connsiteY2" fmla="*/ 11574 h 6105636"/>
              <a:gd name="connsiteX3" fmla="*/ 6462532 w 7162978"/>
              <a:gd name="connsiteY3" fmla="*/ 3052818 h 6105636"/>
              <a:gd name="connsiteX4" fmla="*/ 6462532 w 7162978"/>
              <a:gd name="connsiteY4" fmla="*/ 3052818 h 6105636"/>
              <a:gd name="connsiteX5" fmla="*/ 3409714 w 7162978"/>
              <a:gd name="connsiteY5" fmla="*/ 6105636 h 6105636"/>
              <a:gd name="connsiteX6" fmla="*/ 3052818 w 7162978"/>
              <a:gd name="connsiteY6" fmla="*/ 6105636 h 6105636"/>
              <a:gd name="connsiteX7" fmla="*/ 0 w 7162978"/>
              <a:gd name="connsiteY7" fmla="*/ 3052818 h 6105636"/>
              <a:gd name="connsiteX0" fmla="*/ 0 w 7162978"/>
              <a:gd name="connsiteY0" fmla="*/ 3052818 h 6105636"/>
              <a:gd name="connsiteX1" fmla="*/ 3052818 w 7162978"/>
              <a:gd name="connsiteY1" fmla="*/ 0 h 6105636"/>
              <a:gd name="connsiteX2" fmla="*/ 6395982 w 7162978"/>
              <a:gd name="connsiteY2" fmla="*/ 11574 h 6105636"/>
              <a:gd name="connsiteX3" fmla="*/ 6462532 w 7162978"/>
              <a:gd name="connsiteY3" fmla="*/ 3052818 h 6105636"/>
              <a:gd name="connsiteX4" fmla="*/ 6462532 w 7162978"/>
              <a:gd name="connsiteY4" fmla="*/ 3052818 h 6105636"/>
              <a:gd name="connsiteX5" fmla="*/ 3409714 w 7162978"/>
              <a:gd name="connsiteY5" fmla="*/ 6105636 h 6105636"/>
              <a:gd name="connsiteX6" fmla="*/ 3052818 w 7162978"/>
              <a:gd name="connsiteY6" fmla="*/ 6105636 h 6105636"/>
              <a:gd name="connsiteX7" fmla="*/ 0 w 7162978"/>
              <a:gd name="connsiteY7" fmla="*/ 3052818 h 6105636"/>
              <a:gd name="connsiteX0" fmla="*/ 0 w 7162978"/>
              <a:gd name="connsiteY0" fmla="*/ 3052818 h 6105636"/>
              <a:gd name="connsiteX1" fmla="*/ 3052818 w 7162978"/>
              <a:gd name="connsiteY1" fmla="*/ 0 h 6105636"/>
              <a:gd name="connsiteX2" fmla="*/ 6395982 w 7162978"/>
              <a:gd name="connsiteY2" fmla="*/ 11574 h 6105636"/>
              <a:gd name="connsiteX3" fmla="*/ 6462532 w 7162978"/>
              <a:gd name="connsiteY3" fmla="*/ 3052818 h 6105636"/>
              <a:gd name="connsiteX4" fmla="*/ 6462532 w 7162978"/>
              <a:gd name="connsiteY4" fmla="*/ 3052818 h 6105636"/>
              <a:gd name="connsiteX5" fmla="*/ 3409714 w 7162978"/>
              <a:gd name="connsiteY5" fmla="*/ 6105636 h 6105636"/>
              <a:gd name="connsiteX6" fmla="*/ 3052818 w 7162978"/>
              <a:gd name="connsiteY6" fmla="*/ 6105636 h 6105636"/>
              <a:gd name="connsiteX7" fmla="*/ 0 w 7162978"/>
              <a:gd name="connsiteY7" fmla="*/ 3052818 h 6105636"/>
              <a:gd name="connsiteX0" fmla="*/ 0 w 7162978"/>
              <a:gd name="connsiteY0" fmla="*/ 3052818 h 6105636"/>
              <a:gd name="connsiteX1" fmla="*/ 3052818 w 7162978"/>
              <a:gd name="connsiteY1" fmla="*/ 0 h 6105636"/>
              <a:gd name="connsiteX2" fmla="*/ 6395982 w 7162978"/>
              <a:gd name="connsiteY2" fmla="*/ 11574 h 6105636"/>
              <a:gd name="connsiteX3" fmla="*/ 6462532 w 7162978"/>
              <a:gd name="connsiteY3" fmla="*/ 3052818 h 6105636"/>
              <a:gd name="connsiteX4" fmla="*/ 6462532 w 7162978"/>
              <a:gd name="connsiteY4" fmla="*/ 3052818 h 6105636"/>
              <a:gd name="connsiteX5" fmla="*/ 3409714 w 7162978"/>
              <a:gd name="connsiteY5" fmla="*/ 6105636 h 6105636"/>
              <a:gd name="connsiteX6" fmla="*/ 3052818 w 7162978"/>
              <a:gd name="connsiteY6" fmla="*/ 6105636 h 6105636"/>
              <a:gd name="connsiteX7" fmla="*/ 0 w 7162978"/>
              <a:gd name="connsiteY7" fmla="*/ 3052818 h 6105636"/>
              <a:gd name="connsiteX0" fmla="*/ 0 w 6750471"/>
              <a:gd name="connsiteY0" fmla="*/ 3052818 h 6105636"/>
              <a:gd name="connsiteX1" fmla="*/ 3052818 w 6750471"/>
              <a:gd name="connsiteY1" fmla="*/ 0 h 6105636"/>
              <a:gd name="connsiteX2" fmla="*/ 6395982 w 6750471"/>
              <a:gd name="connsiteY2" fmla="*/ 11574 h 6105636"/>
              <a:gd name="connsiteX3" fmla="*/ 6462532 w 6750471"/>
              <a:gd name="connsiteY3" fmla="*/ 3052818 h 6105636"/>
              <a:gd name="connsiteX4" fmla="*/ 6462532 w 6750471"/>
              <a:gd name="connsiteY4" fmla="*/ 3052818 h 6105636"/>
              <a:gd name="connsiteX5" fmla="*/ 3409714 w 6750471"/>
              <a:gd name="connsiteY5" fmla="*/ 6105636 h 6105636"/>
              <a:gd name="connsiteX6" fmla="*/ 3052818 w 6750471"/>
              <a:gd name="connsiteY6" fmla="*/ 6105636 h 6105636"/>
              <a:gd name="connsiteX7" fmla="*/ 0 w 6750471"/>
              <a:gd name="connsiteY7" fmla="*/ 3052818 h 6105636"/>
              <a:gd name="connsiteX0" fmla="*/ 0 w 6462532"/>
              <a:gd name="connsiteY0" fmla="*/ 3052818 h 6105636"/>
              <a:gd name="connsiteX1" fmla="*/ 3052818 w 6462532"/>
              <a:gd name="connsiteY1" fmla="*/ 0 h 6105636"/>
              <a:gd name="connsiteX2" fmla="*/ 6395982 w 6462532"/>
              <a:gd name="connsiteY2" fmla="*/ 11574 h 6105636"/>
              <a:gd name="connsiteX3" fmla="*/ 6462532 w 6462532"/>
              <a:gd name="connsiteY3" fmla="*/ 3052818 h 6105636"/>
              <a:gd name="connsiteX4" fmla="*/ 6462532 w 6462532"/>
              <a:gd name="connsiteY4" fmla="*/ 3052818 h 6105636"/>
              <a:gd name="connsiteX5" fmla="*/ 3409714 w 6462532"/>
              <a:gd name="connsiteY5" fmla="*/ 6105636 h 6105636"/>
              <a:gd name="connsiteX6" fmla="*/ 3052818 w 6462532"/>
              <a:gd name="connsiteY6" fmla="*/ 6105636 h 6105636"/>
              <a:gd name="connsiteX7" fmla="*/ 0 w 6462532"/>
              <a:gd name="connsiteY7" fmla="*/ 3052818 h 6105636"/>
              <a:gd name="connsiteX0" fmla="*/ 0 w 6477004"/>
              <a:gd name="connsiteY0" fmla="*/ 3052819 h 6105637"/>
              <a:gd name="connsiteX1" fmla="*/ 3052818 w 6477004"/>
              <a:gd name="connsiteY1" fmla="*/ 1 h 6105637"/>
              <a:gd name="connsiteX2" fmla="*/ 6477004 w 6477004"/>
              <a:gd name="connsiteY2" fmla="*/ 0 h 6105637"/>
              <a:gd name="connsiteX3" fmla="*/ 6462532 w 6477004"/>
              <a:gd name="connsiteY3" fmla="*/ 3052819 h 6105637"/>
              <a:gd name="connsiteX4" fmla="*/ 6462532 w 6477004"/>
              <a:gd name="connsiteY4" fmla="*/ 3052819 h 6105637"/>
              <a:gd name="connsiteX5" fmla="*/ 3409714 w 6477004"/>
              <a:gd name="connsiteY5" fmla="*/ 6105637 h 6105637"/>
              <a:gd name="connsiteX6" fmla="*/ 3052818 w 6477004"/>
              <a:gd name="connsiteY6" fmla="*/ 6105637 h 6105637"/>
              <a:gd name="connsiteX7" fmla="*/ 0 w 6477004"/>
              <a:gd name="connsiteY7" fmla="*/ 3052819 h 6105637"/>
              <a:gd name="connsiteX0" fmla="*/ 0 w 6477004"/>
              <a:gd name="connsiteY0" fmla="*/ 3052819 h 6105637"/>
              <a:gd name="connsiteX1" fmla="*/ 3052818 w 6477004"/>
              <a:gd name="connsiteY1" fmla="*/ 1 h 6105637"/>
              <a:gd name="connsiteX2" fmla="*/ 6477004 w 6477004"/>
              <a:gd name="connsiteY2" fmla="*/ 0 h 6105637"/>
              <a:gd name="connsiteX3" fmla="*/ 6462532 w 6477004"/>
              <a:gd name="connsiteY3" fmla="*/ 3052819 h 6105637"/>
              <a:gd name="connsiteX4" fmla="*/ 5756477 w 6477004"/>
              <a:gd name="connsiteY4" fmla="*/ 3018095 h 6105637"/>
              <a:gd name="connsiteX5" fmla="*/ 3409714 w 6477004"/>
              <a:gd name="connsiteY5" fmla="*/ 6105637 h 6105637"/>
              <a:gd name="connsiteX6" fmla="*/ 3052818 w 6477004"/>
              <a:gd name="connsiteY6" fmla="*/ 6105637 h 6105637"/>
              <a:gd name="connsiteX7" fmla="*/ 0 w 6477004"/>
              <a:gd name="connsiteY7" fmla="*/ 3052819 h 6105637"/>
              <a:gd name="connsiteX0" fmla="*/ 0 w 6477004"/>
              <a:gd name="connsiteY0" fmla="*/ 3052819 h 6105637"/>
              <a:gd name="connsiteX1" fmla="*/ 3052818 w 6477004"/>
              <a:gd name="connsiteY1" fmla="*/ 1 h 6105637"/>
              <a:gd name="connsiteX2" fmla="*/ 6477004 w 6477004"/>
              <a:gd name="connsiteY2" fmla="*/ 0 h 6105637"/>
              <a:gd name="connsiteX3" fmla="*/ 6462532 w 6477004"/>
              <a:gd name="connsiteY3" fmla="*/ 3052819 h 6105637"/>
              <a:gd name="connsiteX4" fmla="*/ 3409714 w 6477004"/>
              <a:gd name="connsiteY4" fmla="*/ 6105637 h 6105637"/>
              <a:gd name="connsiteX5" fmla="*/ 3052818 w 6477004"/>
              <a:gd name="connsiteY5" fmla="*/ 6105637 h 6105637"/>
              <a:gd name="connsiteX6" fmla="*/ 0 w 6477004"/>
              <a:gd name="connsiteY6" fmla="*/ 3052819 h 6105637"/>
              <a:gd name="connsiteX0" fmla="*/ 0 w 6477004"/>
              <a:gd name="connsiteY0" fmla="*/ 3052819 h 6108535"/>
              <a:gd name="connsiteX1" fmla="*/ 3052818 w 6477004"/>
              <a:gd name="connsiteY1" fmla="*/ 1 h 6108535"/>
              <a:gd name="connsiteX2" fmla="*/ 6477004 w 6477004"/>
              <a:gd name="connsiteY2" fmla="*/ 0 h 6108535"/>
              <a:gd name="connsiteX3" fmla="*/ 6462532 w 6477004"/>
              <a:gd name="connsiteY3" fmla="*/ 6108535 h 6108535"/>
              <a:gd name="connsiteX4" fmla="*/ 3409714 w 6477004"/>
              <a:gd name="connsiteY4" fmla="*/ 6105637 h 6108535"/>
              <a:gd name="connsiteX5" fmla="*/ 3052818 w 6477004"/>
              <a:gd name="connsiteY5" fmla="*/ 6105637 h 6108535"/>
              <a:gd name="connsiteX6" fmla="*/ 0 w 6477004"/>
              <a:gd name="connsiteY6" fmla="*/ 3052819 h 6108535"/>
              <a:gd name="connsiteX0" fmla="*/ 0 w 6477004"/>
              <a:gd name="connsiteY0" fmla="*/ 3052819 h 6108535"/>
              <a:gd name="connsiteX1" fmla="*/ 3052818 w 6477004"/>
              <a:gd name="connsiteY1" fmla="*/ 1 h 6108535"/>
              <a:gd name="connsiteX2" fmla="*/ 6477004 w 6477004"/>
              <a:gd name="connsiteY2" fmla="*/ 0 h 6108535"/>
              <a:gd name="connsiteX3" fmla="*/ 6323635 w 6477004"/>
              <a:gd name="connsiteY3" fmla="*/ 6108535 h 6108535"/>
              <a:gd name="connsiteX4" fmla="*/ 3409714 w 6477004"/>
              <a:gd name="connsiteY4" fmla="*/ 6105637 h 6108535"/>
              <a:gd name="connsiteX5" fmla="*/ 3052818 w 6477004"/>
              <a:gd name="connsiteY5" fmla="*/ 6105637 h 6108535"/>
              <a:gd name="connsiteX6" fmla="*/ 0 w 6477004"/>
              <a:gd name="connsiteY6" fmla="*/ 3052819 h 6108535"/>
              <a:gd name="connsiteX0" fmla="*/ 0 w 6326533"/>
              <a:gd name="connsiteY0" fmla="*/ 3052819 h 6108535"/>
              <a:gd name="connsiteX1" fmla="*/ 3052818 w 6326533"/>
              <a:gd name="connsiteY1" fmla="*/ 1 h 6108535"/>
              <a:gd name="connsiteX2" fmla="*/ 6326533 w 6326533"/>
              <a:gd name="connsiteY2" fmla="*/ 0 h 6108535"/>
              <a:gd name="connsiteX3" fmla="*/ 6323635 w 6326533"/>
              <a:gd name="connsiteY3" fmla="*/ 6108535 h 6108535"/>
              <a:gd name="connsiteX4" fmla="*/ 3409714 w 6326533"/>
              <a:gd name="connsiteY4" fmla="*/ 6105637 h 6108535"/>
              <a:gd name="connsiteX5" fmla="*/ 3052818 w 6326533"/>
              <a:gd name="connsiteY5" fmla="*/ 6105637 h 6108535"/>
              <a:gd name="connsiteX6" fmla="*/ 0 w 6326533"/>
              <a:gd name="connsiteY6" fmla="*/ 3052819 h 6108535"/>
              <a:gd name="connsiteX0" fmla="*/ 0 w 6323635"/>
              <a:gd name="connsiteY0" fmla="*/ 3052819 h 6108535"/>
              <a:gd name="connsiteX1" fmla="*/ 3052818 w 6323635"/>
              <a:gd name="connsiteY1" fmla="*/ 1 h 6108535"/>
              <a:gd name="connsiteX2" fmla="*/ 5602211 w 6323635"/>
              <a:gd name="connsiteY2" fmla="*/ 0 h 6108535"/>
              <a:gd name="connsiteX3" fmla="*/ 6323635 w 6323635"/>
              <a:gd name="connsiteY3" fmla="*/ 6108535 h 6108535"/>
              <a:gd name="connsiteX4" fmla="*/ 3409714 w 6323635"/>
              <a:gd name="connsiteY4" fmla="*/ 6105637 h 6108535"/>
              <a:gd name="connsiteX5" fmla="*/ 3052818 w 6323635"/>
              <a:gd name="connsiteY5" fmla="*/ 6105637 h 6108535"/>
              <a:gd name="connsiteX6" fmla="*/ 0 w 6323635"/>
              <a:gd name="connsiteY6" fmla="*/ 3052819 h 6108535"/>
              <a:gd name="connsiteX0" fmla="*/ 0 w 6323635"/>
              <a:gd name="connsiteY0" fmla="*/ 3052819 h 6108535"/>
              <a:gd name="connsiteX1" fmla="*/ 3052818 w 6323635"/>
              <a:gd name="connsiteY1" fmla="*/ 1 h 6108535"/>
              <a:gd name="connsiteX2" fmla="*/ 5448355 w 6323635"/>
              <a:gd name="connsiteY2" fmla="*/ 0 h 6108535"/>
              <a:gd name="connsiteX3" fmla="*/ 6323635 w 6323635"/>
              <a:gd name="connsiteY3" fmla="*/ 6108535 h 6108535"/>
              <a:gd name="connsiteX4" fmla="*/ 3409714 w 6323635"/>
              <a:gd name="connsiteY4" fmla="*/ 6105637 h 6108535"/>
              <a:gd name="connsiteX5" fmla="*/ 3052818 w 6323635"/>
              <a:gd name="connsiteY5" fmla="*/ 6105637 h 6108535"/>
              <a:gd name="connsiteX6" fmla="*/ 0 w 6323635"/>
              <a:gd name="connsiteY6" fmla="*/ 3052819 h 6108535"/>
              <a:gd name="connsiteX0" fmla="*/ 0 w 6323635"/>
              <a:gd name="connsiteY0" fmla="*/ 3052819 h 6108535"/>
              <a:gd name="connsiteX1" fmla="*/ 3052818 w 6323635"/>
              <a:gd name="connsiteY1" fmla="*/ 1 h 6108535"/>
              <a:gd name="connsiteX2" fmla="*/ 5606874 w 6323635"/>
              <a:gd name="connsiteY2" fmla="*/ 0 h 6108535"/>
              <a:gd name="connsiteX3" fmla="*/ 6323635 w 6323635"/>
              <a:gd name="connsiteY3" fmla="*/ 6108535 h 6108535"/>
              <a:gd name="connsiteX4" fmla="*/ 3409714 w 6323635"/>
              <a:gd name="connsiteY4" fmla="*/ 6105637 h 6108535"/>
              <a:gd name="connsiteX5" fmla="*/ 3052818 w 6323635"/>
              <a:gd name="connsiteY5" fmla="*/ 6105637 h 6108535"/>
              <a:gd name="connsiteX6" fmla="*/ 0 w 6323635"/>
              <a:gd name="connsiteY6" fmla="*/ 3052819 h 6108535"/>
              <a:gd name="connsiteX0" fmla="*/ 0 w 5610302"/>
              <a:gd name="connsiteY0" fmla="*/ 3052819 h 6105637"/>
              <a:gd name="connsiteX1" fmla="*/ 3052818 w 5610302"/>
              <a:gd name="connsiteY1" fmla="*/ 1 h 6105637"/>
              <a:gd name="connsiteX2" fmla="*/ 5606874 w 5610302"/>
              <a:gd name="connsiteY2" fmla="*/ 0 h 6105637"/>
              <a:gd name="connsiteX3" fmla="*/ 5610302 w 5610302"/>
              <a:gd name="connsiteY3" fmla="*/ 6080560 h 6105637"/>
              <a:gd name="connsiteX4" fmla="*/ 3409714 w 5610302"/>
              <a:gd name="connsiteY4" fmla="*/ 6105637 h 6105637"/>
              <a:gd name="connsiteX5" fmla="*/ 3052818 w 5610302"/>
              <a:gd name="connsiteY5" fmla="*/ 6105637 h 6105637"/>
              <a:gd name="connsiteX6" fmla="*/ 0 w 5610302"/>
              <a:gd name="connsiteY6" fmla="*/ 3052819 h 6105637"/>
              <a:gd name="connsiteX0" fmla="*/ 0 w 5610302"/>
              <a:gd name="connsiteY0" fmla="*/ 3052819 h 6105637"/>
              <a:gd name="connsiteX1" fmla="*/ 3052818 w 5610302"/>
              <a:gd name="connsiteY1" fmla="*/ 1 h 6105637"/>
              <a:gd name="connsiteX2" fmla="*/ 5606874 w 5610302"/>
              <a:gd name="connsiteY2" fmla="*/ 0 h 6105637"/>
              <a:gd name="connsiteX3" fmla="*/ 5610302 w 5610302"/>
              <a:gd name="connsiteY3" fmla="*/ 6080560 h 6105637"/>
              <a:gd name="connsiteX4" fmla="*/ 3052818 w 5610302"/>
              <a:gd name="connsiteY4" fmla="*/ 6105637 h 6105637"/>
              <a:gd name="connsiteX5" fmla="*/ 0 w 5610302"/>
              <a:gd name="connsiteY5" fmla="*/ 3052819 h 6105637"/>
              <a:gd name="connsiteX0" fmla="*/ 0 w 5705141"/>
              <a:gd name="connsiteY0" fmla="*/ 3052819 h 6116581"/>
              <a:gd name="connsiteX1" fmla="*/ 3052818 w 5705141"/>
              <a:gd name="connsiteY1" fmla="*/ 1 h 6116581"/>
              <a:gd name="connsiteX2" fmla="*/ 5606874 w 5705141"/>
              <a:gd name="connsiteY2" fmla="*/ 0 h 6116581"/>
              <a:gd name="connsiteX3" fmla="*/ 5705141 w 5705141"/>
              <a:gd name="connsiteY3" fmla="*/ 6116581 h 6116581"/>
              <a:gd name="connsiteX4" fmla="*/ 3052818 w 5705141"/>
              <a:gd name="connsiteY4" fmla="*/ 6105637 h 6116581"/>
              <a:gd name="connsiteX5" fmla="*/ 0 w 5705141"/>
              <a:gd name="connsiteY5" fmla="*/ 3052819 h 6116581"/>
              <a:gd name="connsiteX0" fmla="*/ 0 w 5705141"/>
              <a:gd name="connsiteY0" fmla="*/ 3052819 h 6109377"/>
              <a:gd name="connsiteX1" fmla="*/ 3052818 w 5705141"/>
              <a:gd name="connsiteY1" fmla="*/ 1 h 6109377"/>
              <a:gd name="connsiteX2" fmla="*/ 5606874 w 5705141"/>
              <a:gd name="connsiteY2" fmla="*/ 0 h 6109377"/>
              <a:gd name="connsiteX3" fmla="*/ 5705141 w 5705141"/>
              <a:gd name="connsiteY3" fmla="*/ 6109377 h 6109377"/>
              <a:gd name="connsiteX4" fmla="*/ 3052818 w 5705141"/>
              <a:gd name="connsiteY4" fmla="*/ 6105637 h 6109377"/>
              <a:gd name="connsiteX5" fmla="*/ 0 w 5705141"/>
              <a:gd name="connsiteY5" fmla="*/ 3052819 h 6109377"/>
              <a:gd name="connsiteX0" fmla="*/ 0 w 5705141"/>
              <a:gd name="connsiteY0" fmla="*/ 3052819 h 6105637"/>
              <a:gd name="connsiteX1" fmla="*/ 3052818 w 5705141"/>
              <a:gd name="connsiteY1" fmla="*/ 1 h 6105637"/>
              <a:gd name="connsiteX2" fmla="*/ 5606874 w 5705141"/>
              <a:gd name="connsiteY2" fmla="*/ 0 h 6105637"/>
              <a:gd name="connsiteX3" fmla="*/ 5705141 w 5705141"/>
              <a:gd name="connsiteY3" fmla="*/ 6098939 h 6105637"/>
              <a:gd name="connsiteX4" fmla="*/ 3052818 w 5705141"/>
              <a:gd name="connsiteY4" fmla="*/ 6105637 h 6105637"/>
              <a:gd name="connsiteX5" fmla="*/ 0 w 5705141"/>
              <a:gd name="connsiteY5" fmla="*/ 3052819 h 6105637"/>
              <a:gd name="connsiteX0" fmla="*/ 0 w 5705141"/>
              <a:gd name="connsiteY0" fmla="*/ 3052819 h 6105637"/>
              <a:gd name="connsiteX1" fmla="*/ 3052818 w 5705141"/>
              <a:gd name="connsiteY1" fmla="*/ 1 h 6105637"/>
              <a:gd name="connsiteX2" fmla="*/ 5606874 w 5705141"/>
              <a:gd name="connsiteY2" fmla="*/ 0 h 6105637"/>
              <a:gd name="connsiteX3" fmla="*/ 5705141 w 5705141"/>
              <a:gd name="connsiteY3" fmla="*/ 6062411 h 6105637"/>
              <a:gd name="connsiteX4" fmla="*/ 3052818 w 5705141"/>
              <a:gd name="connsiteY4" fmla="*/ 6105637 h 6105637"/>
              <a:gd name="connsiteX5" fmla="*/ 0 w 5705141"/>
              <a:gd name="connsiteY5" fmla="*/ 3052819 h 6105637"/>
              <a:gd name="connsiteX0" fmla="*/ 0 w 5705141"/>
              <a:gd name="connsiteY0" fmla="*/ 3052819 h 6109377"/>
              <a:gd name="connsiteX1" fmla="*/ 3052818 w 5705141"/>
              <a:gd name="connsiteY1" fmla="*/ 1 h 6109377"/>
              <a:gd name="connsiteX2" fmla="*/ 5606874 w 5705141"/>
              <a:gd name="connsiteY2" fmla="*/ 0 h 6109377"/>
              <a:gd name="connsiteX3" fmla="*/ 5705141 w 5705141"/>
              <a:gd name="connsiteY3" fmla="*/ 6109377 h 6109377"/>
              <a:gd name="connsiteX4" fmla="*/ 3052818 w 5705141"/>
              <a:gd name="connsiteY4" fmla="*/ 6105637 h 6109377"/>
              <a:gd name="connsiteX5" fmla="*/ 0 w 5705141"/>
              <a:gd name="connsiteY5" fmla="*/ 3052819 h 6109377"/>
              <a:gd name="connsiteX0" fmla="*/ 0 w 5705141"/>
              <a:gd name="connsiteY0" fmla="*/ 3052819 h 6105637"/>
              <a:gd name="connsiteX1" fmla="*/ 3052818 w 5705141"/>
              <a:gd name="connsiteY1" fmla="*/ 1 h 6105637"/>
              <a:gd name="connsiteX2" fmla="*/ 5606874 w 5705141"/>
              <a:gd name="connsiteY2" fmla="*/ 0 h 6105637"/>
              <a:gd name="connsiteX3" fmla="*/ 5705141 w 5705141"/>
              <a:gd name="connsiteY3" fmla="*/ 6104159 h 6105637"/>
              <a:gd name="connsiteX4" fmla="*/ 3052818 w 5705141"/>
              <a:gd name="connsiteY4" fmla="*/ 6105637 h 6105637"/>
              <a:gd name="connsiteX5" fmla="*/ 0 w 5705141"/>
              <a:gd name="connsiteY5" fmla="*/ 3052819 h 6105637"/>
              <a:gd name="connsiteX0" fmla="*/ 0 w 5705141"/>
              <a:gd name="connsiteY0" fmla="*/ 3052818 h 6105636"/>
              <a:gd name="connsiteX1" fmla="*/ 3052818 w 5705141"/>
              <a:gd name="connsiteY1" fmla="*/ 0 h 6105636"/>
              <a:gd name="connsiteX2" fmla="*/ 5703423 w 5705141"/>
              <a:gd name="connsiteY2" fmla="*/ 7333 h 6105636"/>
              <a:gd name="connsiteX3" fmla="*/ 5705141 w 5705141"/>
              <a:gd name="connsiteY3" fmla="*/ 6104158 h 6105636"/>
              <a:gd name="connsiteX4" fmla="*/ 3052818 w 5705141"/>
              <a:gd name="connsiteY4" fmla="*/ 6105636 h 6105636"/>
              <a:gd name="connsiteX5" fmla="*/ 0 w 5705141"/>
              <a:gd name="connsiteY5" fmla="*/ 3052818 h 6105636"/>
              <a:gd name="connsiteX0" fmla="*/ 0 w 5705141"/>
              <a:gd name="connsiteY0" fmla="*/ 3052818 h 6105636"/>
              <a:gd name="connsiteX1" fmla="*/ 3052818 w 5705141"/>
              <a:gd name="connsiteY1" fmla="*/ 0 h 6105636"/>
              <a:gd name="connsiteX2" fmla="*/ 5703424 w 5705141"/>
              <a:gd name="connsiteY2" fmla="*/ 4178 h 6105636"/>
              <a:gd name="connsiteX3" fmla="*/ 5705141 w 5705141"/>
              <a:gd name="connsiteY3" fmla="*/ 6104158 h 6105636"/>
              <a:gd name="connsiteX4" fmla="*/ 3052818 w 5705141"/>
              <a:gd name="connsiteY4" fmla="*/ 6105636 h 6105636"/>
              <a:gd name="connsiteX5" fmla="*/ 0 w 5705141"/>
              <a:gd name="connsiteY5" fmla="*/ 3052818 h 61056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705141" h="6105636">
                <a:moveTo>
                  <a:pt x="0" y="3052818"/>
                </a:moveTo>
                <a:cubicBezTo>
                  <a:pt x="0" y="1366793"/>
                  <a:pt x="1366793" y="0"/>
                  <a:pt x="3052818" y="0"/>
                </a:cubicBezTo>
                <a:lnTo>
                  <a:pt x="5703424" y="4178"/>
                </a:lnTo>
                <a:cubicBezTo>
                  <a:pt x="5704567" y="2031031"/>
                  <a:pt x="5703998" y="4077305"/>
                  <a:pt x="5705141" y="6104158"/>
                </a:cubicBezTo>
                <a:lnTo>
                  <a:pt x="3052818" y="6105636"/>
                </a:lnTo>
                <a:cubicBezTo>
                  <a:pt x="1366793" y="6105636"/>
                  <a:pt x="0" y="4738843"/>
                  <a:pt x="0" y="3052818"/>
                </a:cubicBezTo>
                <a:close/>
              </a:path>
            </a:pathLst>
          </a:custGeom>
          <a:noFill/>
        </p:spPr>
        <p:txBody>
          <a:bodyPr>
            <a:normAutofit/>
          </a:bodyPr>
          <a:lstStyle>
            <a:lvl1pPr marL="0" indent="0">
              <a:buNone/>
              <a:defRPr sz="2400" b="0" i="0">
                <a:solidFill>
                  <a:schemeClr val="bg1"/>
                </a:solidFill>
              </a:defRPr>
            </a:lvl1pPr>
          </a:lstStyle>
          <a:p>
            <a:r>
              <a:rPr lang="en-US" altLang="ja-JP"/>
              <a:t>Click icon to add picture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B98FCA2-7738-1A40-3B3B-1A9D1591F7D2}"/>
              </a:ext>
            </a:extLst>
          </p:cNvPr>
          <p:cNvSpPr/>
          <p:nvPr userDrawn="1"/>
        </p:nvSpPr>
        <p:spPr>
          <a:xfrm>
            <a:off x="305389" y="2579521"/>
            <a:ext cx="190787" cy="565121"/>
          </a:xfrm>
          <a:custGeom>
            <a:avLst/>
            <a:gdLst>
              <a:gd name="connsiteX0" fmla="*/ 0 w 66951"/>
              <a:gd name="connsiteY0" fmla="*/ 0 h 565121"/>
              <a:gd name="connsiteX1" fmla="*/ 66951 w 66951"/>
              <a:gd name="connsiteY1" fmla="*/ 0 h 565121"/>
              <a:gd name="connsiteX2" fmla="*/ 66951 w 66951"/>
              <a:gd name="connsiteY2" fmla="*/ 565121 h 565121"/>
              <a:gd name="connsiteX3" fmla="*/ 0 w 66951"/>
              <a:gd name="connsiteY3" fmla="*/ 565121 h 565121"/>
              <a:gd name="connsiteX4" fmla="*/ 0 w 66951"/>
              <a:gd name="connsiteY4" fmla="*/ 0 h 565121"/>
              <a:gd name="connsiteX0" fmla="*/ 0 w 131862"/>
              <a:gd name="connsiteY0" fmla="*/ 0 h 565121"/>
              <a:gd name="connsiteX1" fmla="*/ 66951 w 131862"/>
              <a:gd name="connsiteY1" fmla="*/ 0 h 565121"/>
              <a:gd name="connsiteX2" fmla="*/ 66951 w 131862"/>
              <a:gd name="connsiteY2" fmla="*/ 565121 h 565121"/>
              <a:gd name="connsiteX3" fmla="*/ 0 w 131862"/>
              <a:gd name="connsiteY3" fmla="*/ 565121 h 565121"/>
              <a:gd name="connsiteX4" fmla="*/ 0 w 131862"/>
              <a:gd name="connsiteY4" fmla="*/ 0 h 565121"/>
              <a:gd name="connsiteX0" fmla="*/ 0 w 177682"/>
              <a:gd name="connsiteY0" fmla="*/ 0 h 565121"/>
              <a:gd name="connsiteX1" fmla="*/ 66951 w 177682"/>
              <a:gd name="connsiteY1" fmla="*/ 0 h 565121"/>
              <a:gd name="connsiteX2" fmla="*/ 66951 w 177682"/>
              <a:gd name="connsiteY2" fmla="*/ 565121 h 565121"/>
              <a:gd name="connsiteX3" fmla="*/ 0 w 177682"/>
              <a:gd name="connsiteY3" fmla="*/ 565121 h 565121"/>
              <a:gd name="connsiteX4" fmla="*/ 0 w 177682"/>
              <a:gd name="connsiteY4" fmla="*/ 0 h 565121"/>
              <a:gd name="connsiteX0" fmla="*/ 0 w 186120"/>
              <a:gd name="connsiteY0" fmla="*/ 0 h 565121"/>
              <a:gd name="connsiteX1" fmla="*/ 66951 w 186120"/>
              <a:gd name="connsiteY1" fmla="*/ 0 h 565121"/>
              <a:gd name="connsiteX2" fmla="*/ 66951 w 186120"/>
              <a:gd name="connsiteY2" fmla="*/ 565121 h 565121"/>
              <a:gd name="connsiteX3" fmla="*/ 0 w 186120"/>
              <a:gd name="connsiteY3" fmla="*/ 565121 h 565121"/>
              <a:gd name="connsiteX4" fmla="*/ 0 w 186120"/>
              <a:gd name="connsiteY4" fmla="*/ 0 h 565121"/>
              <a:gd name="connsiteX0" fmla="*/ 0 w 190787"/>
              <a:gd name="connsiteY0" fmla="*/ 0 h 565121"/>
              <a:gd name="connsiteX1" fmla="*/ 66951 w 190787"/>
              <a:gd name="connsiteY1" fmla="*/ 0 h 565121"/>
              <a:gd name="connsiteX2" fmla="*/ 66951 w 190787"/>
              <a:gd name="connsiteY2" fmla="*/ 565121 h 565121"/>
              <a:gd name="connsiteX3" fmla="*/ 0 w 190787"/>
              <a:gd name="connsiteY3" fmla="*/ 565121 h 565121"/>
              <a:gd name="connsiteX4" fmla="*/ 0 w 190787"/>
              <a:gd name="connsiteY4" fmla="*/ 0 h 565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0787" h="565121">
                <a:moveTo>
                  <a:pt x="0" y="0"/>
                </a:moveTo>
                <a:lnTo>
                  <a:pt x="66951" y="0"/>
                </a:lnTo>
                <a:cubicBezTo>
                  <a:pt x="235226" y="153449"/>
                  <a:pt x="228876" y="408497"/>
                  <a:pt x="66951" y="565121"/>
                </a:cubicBezTo>
                <a:lnTo>
                  <a:pt x="0" y="5651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algn="ctr"/>
            <a:endParaRPr kumimoji="1" lang="en-JP">
              <a:solidFill>
                <a:schemeClr val="bg1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D8880B2-91CC-4C59-8EA2-830A951A313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06004" y="2577646"/>
            <a:ext cx="3959858" cy="1431645"/>
          </a:xfrm>
          <a:prstGeom prst="rect">
            <a:avLst/>
          </a:prstGeom>
        </p:spPr>
        <p:txBody>
          <a:bodyPr wrap="square" lIns="0" tIns="0" rIns="0" bIns="0" anchor="t" anchorCtr="0">
            <a:normAutofit/>
          </a:bodyPr>
          <a:lstStyle>
            <a:lvl1pPr>
              <a:lnSpc>
                <a:spcPct val="90000"/>
              </a:lnSpc>
              <a:defRPr sz="4800" b="1" i="0" baseline="0">
                <a:solidFill>
                  <a:schemeClr val="tx1"/>
                </a:solidFill>
                <a:latin typeface="Aptos" panose="020B0004020202020204" pitchFamily="34" charset="0"/>
                <a:ea typeface="メイリオ" pitchFamily="50" charset="-128"/>
                <a:cs typeface="Calibri" pitchFamily="34" charset="0"/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02DC1EF8-FCDC-5262-0FA5-B0AC0C4E7A6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003" y="2217544"/>
            <a:ext cx="3959859" cy="338534"/>
          </a:xfrm>
        </p:spPr>
        <p:txBody>
          <a:bodyPr>
            <a:noAutofit/>
          </a:bodyPr>
          <a:lstStyle>
            <a:lvl1pPr marL="0" indent="0">
              <a:buNone/>
              <a:defRPr sz="1600" b="1" i="0" spc="15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SUBHEADING</a:t>
            </a:r>
            <a:endParaRPr lang="en-JP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2584285-8C6D-C69B-CA64-57F5BE72594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06002" y="6376220"/>
            <a:ext cx="1950447" cy="111946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C1AB9554-0400-0694-C28B-4B48341F9E8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8589" y="0"/>
            <a:ext cx="1779439" cy="980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6577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65" userDrawn="1">
          <p15:clr>
            <a:srgbClr val="FBAE40"/>
          </p15:clr>
        </p15:guide>
        <p15:guide id="2" orient="horz" pos="2364" userDrawn="1">
          <p15:clr>
            <a:srgbClr val="FBAE40"/>
          </p15:clr>
        </p15:guide>
        <p15:guide id="3" orient="horz" pos="216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P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>
            <a:extLst>
              <a:ext uri="{FF2B5EF4-FFF2-40B4-BE49-F238E27FC236}">
                <a16:creationId xmlns:a16="http://schemas.microsoft.com/office/drawing/2014/main" id="{82B9CECE-7D8F-8C4A-AFC6-A963B1F05594}"/>
              </a:ext>
            </a:extLst>
          </p:cNvPr>
          <p:cNvSpPr/>
          <p:nvPr userDrawn="1"/>
        </p:nvSpPr>
        <p:spPr>
          <a:xfrm>
            <a:off x="0" y="61263"/>
            <a:ext cx="255181" cy="8490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en-US" altLang="en-US" sz="1800">
              <a:solidFill>
                <a:schemeClr val="accent1"/>
              </a:solidFill>
            </a:endParaRP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91E79114-5B74-9547-8292-DAB8965D43F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9005" y="506"/>
            <a:ext cx="11459359" cy="3428494"/>
          </a:xfrm>
          <a:custGeom>
            <a:avLst/>
            <a:gdLst>
              <a:gd name="connsiteX0" fmla="*/ 0 w 10888662"/>
              <a:gd name="connsiteY0" fmla="*/ 579722 h 6442075"/>
              <a:gd name="connsiteX1" fmla="*/ 579722 w 10888662"/>
              <a:gd name="connsiteY1" fmla="*/ 0 h 6442075"/>
              <a:gd name="connsiteX2" fmla="*/ 10308940 w 10888662"/>
              <a:gd name="connsiteY2" fmla="*/ 0 h 6442075"/>
              <a:gd name="connsiteX3" fmla="*/ 10888662 w 10888662"/>
              <a:gd name="connsiteY3" fmla="*/ 579722 h 6442075"/>
              <a:gd name="connsiteX4" fmla="*/ 10888662 w 10888662"/>
              <a:gd name="connsiteY4" fmla="*/ 5862353 h 6442075"/>
              <a:gd name="connsiteX5" fmla="*/ 10308940 w 10888662"/>
              <a:gd name="connsiteY5" fmla="*/ 6442075 h 6442075"/>
              <a:gd name="connsiteX6" fmla="*/ 579722 w 10888662"/>
              <a:gd name="connsiteY6" fmla="*/ 6442075 h 6442075"/>
              <a:gd name="connsiteX7" fmla="*/ 0 w 10888662"/>
              <a:gd name="connsiteY7" fmla="*/ 5862353 h 6442075"/>
              <a:gd name="connsiteX8" fmla="*/ 0 w 10888662"/>
              <a:gd name="connsiteY8" fmla="*/ 579722 h 6442075"/>
              <a:gd name="connsiteX0" fmla="*/ 0 w 10888662"/>
              <a:gd name="connsiteY0" fmla="*/ 659657 h 6522010"/>
              <a:gd name="connsiteX1" fmla="*/ 10308940 w 10888662"/>
              <a:gd name="connsiteY1" fmla="*/ 79935 h 6522010"/>
              <a:gd name="connsiteX2" fmla="*/ 10888662 w 10888662"/>
              <a:gd name="connsiteY2" fmla="*/ 659657 h 6522010"/>
              <a:gd name="connsiteX3" fmla="*/ 10888662 w 10888662"/>
              <a:gd name="connsiteY3" fmla="*/ 5942288 h 6522010"/>
              <a:gd name="connsiteX4" fmla="*/ 10308940 w 10888662"/>
              <a:gd name="connsiteY4" fmla="*/ 6522010 h 6522010"/>
              <a:gd name="connsiteX5" fmla="*/ 579722 w 10888662"/>
              <a:gd name="connsiteY5" fmla="*/ 6522010 h 6522010"/>
              <a:gd name="connsiteX6" fmla="*/ 0 w 10888662"/>
              <a:gd name="connsiteY6" fmla="*/ 5942288 h 6522010"/>
              <a:gd name="connsiteX7" fmla="*/ 0 w 10888662"/>
              <a:gd name="connsiteY7" fmla="*/ 659657 h 6522010"/>
              <a:gd name="connsiteX0" fmla="*/ 0 w 10888662"/>
              <a:gd name="connsiteY0" fmla="*/ 579722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10308940 w 10888662"/>
              <a:gd name="connsiteY4" fmla="*/ 6442075 h 6442075"/>
              <a:gd name="connsiteX5" fmla="*/ 579722 w 10888662"/>
              <a:gd name="connsiteY5" fmla="*/ 6442075 h 6442075"/>
              <a:gd name="connsiteX6" fmla="*/ 0 w 10888662"/>
              <a:gd name="connsiteY6" fmla="*/ 5862353 h 6442075"/>
              <a:gd name="connsiteX7" fmla="*/ 0 w 10888662"/>
              <a:gd name="connsiteY7" fmla="*/ 579722 h 6442075"/>
              <a:gd name="connsiteX0" fmla="*/ 0 w 10888662"/>
              <a:gd name="connsiteY0" fmla="*/ 129257 h 6569679"/>
              <a:gd name="connsiteX1" fmla="*/ 10308940 w 10888662"/>
              <a:gd name="connsiteY1" fmla="*/ 127604 h 6569679"/>
              <a:gd name="connsiteX2" fmla="*/ 10888662 w 10888662"/>
              <a:gd name="connsiteY2" fmla="*/ 707326 h 6569679"/>
              <a:gd name="connsiteX3" fmla="*/ 10888662 w 10888662"/>
              <a:gd name="connsiteY3" fmla="*/ 5989957 h 6569679"/>
              <a:gd name="connsiteX4" fmla="*/ 10308940 w 10888662"/>
              <a:gd name="connsiteY4" fmla="*/ 6569679 h 6569679"/>
              <a:gd name="connsiteX5" fmla="*/ 579722 w 10888662"/>
              <a:gd name="connsiteY5" fmla="*/ 6569679 h 6569679"/>
              <a:gd name="connsiteX6" fmla="*/ 0 w 10888662"/>
              <a:gd name="connsiteY6" fmla="*/ 5989957 h 6569679"/>
              <a:gd name="connsiteX7" fmla="*/ 0 w 10888662"/>
              <a:gd name="connsiteY7" fmla="*/ 129257 h 6569679"/>
              <a:gd name="connsiteX0" fmla="*/ 0 w 10888662"/>
              <a:gd name="connsiteY0" fmla="*/ 1653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10308940 w 10888662"/>
              <a:gd name="connsiteY4" fmla="*/ 6442075 h 6442075"/>
              <a:gd name="connsiteX5" fmla="*/ 579722 w 10888662"/>
              <a:gd name="connsiteY5" fmla="*/ 6442075 h 6442075"/>
              <a:gd name="connsiteX6" fmla="*/ 0 w 10888662"/>
              <a:gd name="connsiteY6" fmla="*/ 5862353 h 6442075"/>
              <a:gd name="connsiteX7" fmla="*/ 0 w 10888662"/>
              <a:gd name="connsiteY7" fmla="*/ 1653 h 6442075"/>
              <a:gd name="connsiteX0" fmla="*/ 0 w 10888662"/>
              <a:gd name="connsiteY0" fmla="*/ 1653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9657299 w 10888662"/>
              <a:gd name="connsiteY4" fmla="*/ 5527675 h 6442075"/>
              <a:gd name="connsiteX5" fmla="*/ 579722 w 10888662"/>
              <a:gd name="connsiteY5" fmla="*/ 6442075 h 6442075"/>
              <a:gd name="connsiteX6" fmla="*/ 0 w 10888662"/>
              <a:gd name="connsiteY6" fmla="*/ 5862353 h 6442075"/>
              <a:gd name="connsiteX7" fmla="*/ 0 w 10888662"/>
              <a:gd name="connsiteY7" fmla="*/ 1653 h 6442075"/>
              <a:gd name="connsiteX0" fmla="*/ 0 w 10888662"/>
              <a:gd name="connsiteY0" fmla="*/ 1653 h 6522010"/>
              <a:gd name="connsiteX1" fmla="*/ 10308940 w 10888662"/>
              <a:gd name="connsiteY1" fmla="*/ 0 h 6522010"/>
              <a:gd name="connsiteX2" fmla="*/ 10888662 w 10888662"/>
              <a:gd name="connsiteY2" fmla="*/ 579722 h 6522010"/>
              <a:gd name="connsiteX3" fmla="*/ 10888662 w 10888662"/>
              <a:gd name="connsiteY3" fmla="*/ 5862353 h 6522010"/>
              <a:gd name="connsiteX4" fmla="*/ 579722 w 10888662"/>
              <a:gd name="connsiteY4" fmla="*/ 6442075 h 6522010"/>
              <a:gd name="connsiteX5" fmla="*/ 0 w 10888662"/>
              <a:gd name="connsiteY5" fmla="*/ 5862353 h 6522010"/>
              <a:gd name="connsiteX6" fmla="*/ 0 w 10888662"/>
              <a:gd name="connsiteY6" fmla="*/ 1653 h 6522010"/>
              <a:gd name="connsiteX0" fmla="*/ 0 w 10888662"/>
              <a:gd name="connsiteY0" fmla="*/ 1653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579722 w 10888662"/>
              <a:gd name="connsiteY4" fmla="*/ 6442075 h 6442075"/>
              <a:gd name="connsiteX5" fmla="*/ 0 w 10888662"/>
              <a:gd name="connsiteY5" fmla="*/ 5862353 h 6442075"/>
              <a:gd name="connsiteX6" fmla="*/ 0 w 10888662"/>
              <a:gd name="connsiteY6" fmla="*/ 1653 h 6442075"/>
              <a:gd name="connsiteX0" fmla="*/ 0 w 10888662"/>
              <a:gd name="connsiteY0" fmla="*/ 1653 h 6585432"/>
              <a:gd name="connsiteX1" fmla="*/ 10308940 w 10888662"/>
              <a:gd name="connsiteY1" fmla="*/ 0 h 6585432"/>
              <a:gd name="connsiteX2" fmla="*/ 10888662 w 10888662"/>
              <a:gd name="connsiteY2" fmla="*/ 579722 h 6585432"/>
              <a:gd name="connsiteX3" fmla="*/ 10878151 w 10888662"/>
              <a:gd name="connsiteY3" fmla="*/ 6461442 h 6585432"/>
              <a:gd name="connsiteX4" fmla="*/ 579722 w 10888662"/>
              <a:gd name="connsiteY4" fmla="*/ 6442075 h 6585432"/>
              <a:gd name="connsiteX5" fmla="*/ 0 w 10888662"/>
              <a:gd name="connsiteY5" fmla="*/ 5862353 h 6585432"/>
              <a:gd name="connsiteX6" fmla="*/ 0 w 10888662"/>
              <a:gd name="connsiteY6" fmla="*/ 1653 h 6585432"/>
              <a:gd name="connsiteX0" fmla="*/ 0 w 10888662"/>
              <a:gd name="connsiteY0" fmla="*/ 1653 h 6577502"/>
              <a:gd name="connsiteX1" fmla="*/ 10308940 w 10888662"/>
              <a:gd name="connsiteY1" fmla="*/ 0 h 6577502"/>
              <a:gd name="connsiteX2" fmla="*/ 10888662 w 10888662"/>
              <a:gd name="connsiteY2" fmla="*/ 579722 h 6577502"/>
              <a:gd name="connsiteX3" fmla="*/ 10878151 w 10888662"/>
              <a:gd name="connsiteY3" fmla="*/ 6450932 h 6577502"/>
              <a:gd name="connsiteX4" fmla="*/ 579722 w 10888662"/>
              <a:gd name="connsiteY4" fmla="*/ 6442075 h 6577502"/>
              <a:gd name="connsiteX5" fmla="*/ 0 w 10888662"/>
              <a:gd name="connsiteY5" fmla="*/ 5862353 h 6577502"/>
              <a:gd name="connsiteX6" fmla="*/ 0 w 10888662"/>
              <a:gd name="connsiteY6" fmla="*/ 1653 h 6577502"/>
              <a:gd name="connsiteX0" fmla="*/ 0 w 11750094"/>
              <a:gd name="connsiteY0" fmla="*/ 1653 h 6577502"/>
              <a:gd name="connsiteX1" fmla="*/ 10308940 w 11750094"/>
              <a:gd name="connsiteY1" fmla="*/ 0 h 6577502"/>
              <a:gd name="connsiteX2" fmla="*/ 10888662 w 11750094"/>
              <a:gd name="connsiteY2" fmla="*/ 579722 h 6577502"/>
              <a:gd name="connsiteX3" fmla="*/ 10878151 w 11750094"/>
              <a:gd name="connsiteY3" fmla="*/ 6450932 h 6577502"/>
              <a:gd name="connsiteX4" fmla="*/ 579722 w 11750094"/>
              <a:gd name="connsiteY4" fmla="*/ 6442075 h 6577502"/>
              <a:gd name="connsiteX5" fmla="*/ 0 w 11750094"/>
              <a:gd name="connsiteY5" fmla="*/ 5862353 h 6577502"/>
              <a:gd name="connsiteX6" fmla="*/ 0 w 11750094"/>
              <a:gd name="connsiteY6" fmla="*/ 1653 h 6577502"/>
              <a:gd name="connsiteX0" fmla="*/ 0 w 11750094"/>
              <a:gd name="connsiteY0" fmla="*/ 1653 h 6577502"/>
              <a:gd name="connsiteX1" fmla="*/ 10308940 w 11750094"/>
              <a:gd name="connsiteY1" fmla="*/ 0 h 6577502"/>
              <a:gd name="connsiteX2" fmla="*/ 10888662 w 11750094"/>
              <a:gd name="connsiteY2" fmla="*/ 579722 h 6577502"/>
              <a:gd name="connsiteX3" fmla="*/ 10878151 w 11750094"/>
              <a:gd name="connsiteY3" fmla="*/ 6450932 h 6577502"/>
              <a:gd name="connsiteX4" fmla="*/ 579722 w 11750094"/>
              <a:gd name="connsiteY4" fmla="*/ 6442075 h 6577502"/>
              <a:gd name="connsiteX5" fmla="*/ 0 w 11750094"/>
              <a:gd name="connsiteY5" fmla="*/ 5862353 h 6577502"/>
              <a:gd name="connsiteX6" fmla="*/ 0 w 11750094"/>
              <a:gd name="connsiteY6" fmla="*/ 1653 h 6577502"/>
              <a:gd name="connsiteX0" fmla="*/ 0 w 11750094"/>
              <a:gd name="connsiteY0" fmla="*/ 1653 h 6450932"/>
              <a:gd name="connsiteX1" fmla="*/ 10308940 w 11750094"/>
              <a:gd name="connsiteY1" fmla="*/ 0 h 6450932"/>
              <a:gd name="connsiteX2" fmla="*/ 10888662 w 11750094"/>
              <a:gd name="connsiteY2" fmla="*/ 579722 h 6450932"/>
              <a:gd name="connsiteX3" fmla="*/ 10878151 w 11750094"/>
              <a:gd name="connsiteY3" fmla="*/ 6450932 h 6450932"/>
              <a:gd name="connsiteX4" fmla="*/ 579722 w 11750094"/>
              <a:gd name="connsiteY4" fmla="*/ 6442075 h 6450932"/>
              <a:gd name="connsiteX5" fmla="*/ 0 w 11750094"/>
              <a:gd name="connsiteY5" fmla="*/ 5862353 h 6450932"/>
              <a:gd name="connsiteX6" fmla="*/ 0 w 11750094"/>
              <a:gd name="connsiteY6" fmla="*/ 1653 h 6450932"/>
              <a:gd name="connsiteX0" fmla="*/ 0 w 11750094"/>
              <a:gd name="connsiteY0" fmla="*/ 1653 h 6450932"/>
              <a:gd name="connsiteX1" fmla="*/ 10308940 w 11750094"/>
              <a:gd name="connsiteY1" fmla="*/ 0 h 6450932"/>
              <a:gd name="connsiteX2" fmla="*/ 10888662 w 11750094"/>
              <a:gd name="connsiteY2" fmla="*/ 579722 h 6450932"/>
              <a:gd name="connsiteX3" fmla="*/ 10878151 w 11750094"/>
              <a:gd name="connsiteY3" fmla="*/ 6450932 h 6450932"/>
              <a:gd name="connsiteX4" fmla="*/ 579722 w 11750094"/>
              <a:gd name="connsiteY4" fmla="*/ 6442075 h 6450932"/>
              <a:gd name="connsiteX5" fmla="*/ 0 w 11750094"/>
              <a:gd name="connsiteY5" fmla="*/ 5862353 h 6450932"/>
              <a:gd name="connsiteX6" fmla="*/ 0 w 11750094"/>
              <a:gd name="connsiteY6" fmla="*/ 1653 h 6450932"/>
              <a:gd name="connsiteX0" fmla="*/ 0 w 10888662"/>
              <a:gd name="connsiteY0" fmla="*/ 1653 h 6450932"/>
              <a:gd name="connsiteX1" fmla="*/ 10308940 w 10888662"/>
              <a:gd name="connsiteY1" fmla="*/ 0 h 6450932"/>
              <a:gd name="connsiteX2" fmla="*/ 10888662 w 10888662"/>
              <a:gd name="connsiteY2" fmla="*/ 579722 h 6450932"/>
              <a:gd name="connsiteX3" fmla="*/ 10878151 w 10888662"/>
              <a:gd name="connsiteY3" fmla="*/ 6450932 h 6450932"/>
              <a:gd name="connsiteX4" fmla="*/ 579722 w 10888662"/>
              <a:gd name="connsiteY4" fmla="*/ 6442075 h 6450932"/>
              <a:gd name="connsiteX5" fmla="*/ 0 w 10888662"/>
              <a:gd name="connsiteY5" fmla="*/ 5862353 h 6450932"/>
              <a:gd name="connsiteX6" fmla="*/ 0 w 10888662"/>
              <a:gd name="connsiteY6" fmla="*/ 1653 h 6450932"/>
              <a:gd name="connsiteX0" fmla="*/ 0 w 10999550"/>
              <a:gd name="connsiteY0" fmla="*/ 1653 h 6450932"/>
              <a:gd name="connsiteX1" fmla="*/ 10844968 w 10999550"/>
              <a:gd name="connsiteY1" fmla="*/ 0 h 6450932"/>
              <a:gd name="connsiteX2" fmla="*/ 10888662 w 10999550"/>
              <a:gd name="connsiteY2" fmla="*/ 579722 h 6450932"/>
              <a:gd name="connsiteX3" fmla="*/ 10878151 w 10999550"/>
              <a:gd name="connsiteY3" fmla="*/ 6450932 h 6450932"/>
              <a:gd name="connsiteX4" fmla="*/ 579722 w 10999550"/>
              <a:gd name="connsiteY4" fmla="*/ 6442075 h 6450932"/>
              <a:gd name="connsiteX5" fmla="*/ 0 w 10999550"/>
              <a:gd name="connsiteY5" fmla="*/ 5862353 h 6450932"/>
              <a:gd name="connsiteX6" fmla="*/ 0 w 10999550"/>
              <a:gd name="connsiteY6" fmla="*/ 1653 h 6450932"/>
              <a:gd name="connsiteX0" fmla="*/ 0 w 11022020"/>
              <a:gd name="connsiteY0" fmla="*/ 1653 h 6450932"/>
              <a:gd name="connsiteX1" fmla="*/ 10876499 w 11022020"/>
              <a:gd name="connsiteY1" fmla="*/ 0 h 6450932"/>
              <a:gd name="connsiteX2" fmla="*/ 10888662 w 11022020"/>
              <a:gd name="connsiteY2" fmla="*/ 579722 h 6450932"/>
              <a:gd name="connsiteX3" fmla="*/ 10878151 w 11022020"/>
              <a:gd name="connsiteY3" fmla="*/ 6450932 h 6450932"/>
              <a:gd name="connsiteX4" fmla="*/ 579722 w 11022020"/>
              <a:gd name="connsiteY4" fmla="*/ 6442075 h 6450932"/>
              <a:gd name="connsiteX5" fmla="*/ 0 w 11022020"/>
              <a:gd name="connsiteY5" fmla="*/ 5862353 h 6450932"/>
              <a:gd name="connsiteX6" fmla="*/ 0 w 11022020"/>
              <a:gd name="connsiteY6" fmla="*/ 1653 h 6450932"/>
              <a:gd name="connsiteX0" fmla="*/ 0 w 10888662"/>
              <a:gd name="connsiteY0" fmla="*/ 1653 h 6450932"/>
              <a:gd name="connsiteX1" fmla="*/ 10876499 w 10888662"/>
              <a:gd name="connsiteY1" fmla="*/ 0 h 6450932"/>
              <a:gd name="connsiteX2" fmla="*/ 10888662 w 10888662"/>
              <a:gd name="connsiteY2" fmla="*/ 579722 h 6450932"/>
              <a:gd name="connsiteX3" fmla="*/ 10878151 w 10888662"/>
              <a:gd name="connsiteY3" fmla="*/ 6450932 h 6450932"/>
              <a:gd name="connsiteX4" fmla="*/ 579722 w 10888662"/>
              <a:gd name="connsiteY4" fmla="*/ 6442075 h 6450932"/>
              <a:gd name="connsiteX5" fmla="*/ 0 w 10888662"/>
              <a:gd name="connsiteY5" fmla="*/ 5862353 h 6450932"/>
              <a:gd name="connsiteX6" fmla="*/ 0 w 10888662"/>
              <a:gd name="connsiteY6" fmla="*/ 1653 h 6450932"/>
              <a:gd name="connsiteX0" fmla="*/ 0 w 12200990"/>
              <a:gd name="connsiteY0" fmla="*/ 1653 h 6450932"/>
              <a:gd name="connsiteX1" fmla="*/ 10876499 w 12200990"/>
              <a:gd name="connsiteY1" fmla="*/ 0 h 6450932"/>
              <a:gd name="connsiteX2" fmla="*/ 10878151 w 12200990"/>
              <a:gd name="connsiteY2" fmla="*/ 6450932 h 6450932"/>
              <a:gd name="connsiteX3" fmla="*/ 579722 w 12200990"/>
              <a:gd name="connsiteY3" fmla="*/ 6442075 h 6450932"/>
              <a:gd name="connsiteX4" fmla="*/ 0 w 12200990"/>
              <a:gd name="connsiteY4" fmla="*/ 5862353 h 6450932"/>
              <a:gd name="connsiteX5" fmla="*/ 0 w 12200990"/>
              <a:gd name="connsiteY5" fmla="*/ 1653 h 6450932"/>
              <a:gd name="connsiteX0" fmla="*/ 0 w 11640630"/>
              <a:gd name="connsiteY0" fmla="*/ 1653 h 6450932"/>
              <a:gd name="connsiteX1" fmla="*/ 10876499 w 11640630"/>
              <a:gd name="connsiteY1" fmla="*/ 0 h 6450932"/>
              <a:gd name="connsiteX2" fmla="*/ 10878151 w 11640630"/>
              <a:gd name="connsiteY2" fmla="*/ 6450932 h 6450932"/>
              <a:gd name="connsiteX3" fmla="*/ 579722 w 11640630"/>
              <a:gd name="connsiteY3" fmla="*/ 6442075 h 6450932"/>
              <a:gd name="connsiteX4" fmla="*/ 0 w 11640630"/>
              <a:gd name="connsiteY4" fmla="*/ 5862353 h 6450932"/>
              <a:gd name="connsiteX5" fmla="*/ 0 w 11640630"/>
              <a:gd name="connsiteY5" fmla="*/ 1653 h 6450932"/>
              <a:gd name="connsiteX0" fmla="*/ 0 w 10878151"/>
              <a:gd name="connsiteY0" fmla="*/ 1653 h 6450932"/>
              <a:gd name="connsiteX1" fmla="*/ 10876499 w 10878151"/>
              <a:gd name="connsiteY1" fmla="*/ 0 h 6450932"/>
              <a:gd name="connsiteX2" fmla="*/ 10878151 w 10878151"/>
              <a:gd name="connsiteY2" fmla="*/ 6450932 h 6450932"/>
              <a:gd name="connsiteX3" fmla="*/ 579722 w 10878151"/>
              <a:gd name="connsiteY3" fmla="*/ 6442075 h 6450932"/>
              <a:gd name="connsiteX4" fmla="*/ 0 w 10878151"/>
              <a:gd name="connsiteY4" fmla="*/ 5862353 h 6450932"/>
              <a:gd name="connsiteX5" fmla="*/ 0 w 10878151"/>
              <a:gd name="connsiteY5" fmla="*/ 1653 h 6450932"/>
              <a:gd name="connsiteX0" fmla="*/ 0 w 11843451"/>
              <a:gd name="connsiteY0" fmla="*/ 1653 h 6450932"/>
              <a:gd name="connsiteX1" fmla="*/ 11843451 w 11843451"/>
              <a:gd name="connsiteY1" fmla="*/ 0 h 6450932"/>
              <a:gd name="connsiteX2" fmla="*/ 10878151 w 11843451"/>
              <a:gd name="connsiteY2" fmla="*/ 6450932 h 6450932"/>
              <a:gd name="connsiteX3" fmla="*/ 579722 w 11843451"/>
              <a:gd name="connsiteY3" fmla="*/ 6442075 h 6450932"/>
              <a:gd name="connsiteX4" fmla="*/ 0 w 11843451"/>
              <a:gd name="connsiteY4" fmla="*/ 5862353 h 6450932"/>
              <a:gd name="connsiteX5" fmla="*/ 0 w 11843451"/>
              <a:gd name="connsiteY5" fmla="*/ 1653 h 6450932"/>
              <a:gd name="connsiteX0" fmla="*/ 0 w 11855613"/>
              <a:gd name="connsiteY0" fmla="*/ 1653 h 6450932"/>
              <a:gd name="connsiteX1" fmla="*/ 11843451 w 11855613"/>
              <a:gd name="connsiteY1" fmla="*/ 0 h 6450932"/>
              <a:gd name="connsiteX2" fmla="*/ 11855613 w 11855613"/>
              <a:gd name="connsiteY2" fmla="*/ 6450932 h 6450932"/>
              <a:gd name="connsiteX3" fmla="*/ 579722 w 11855613"/>
              <a:gd name="connsiteY3" fmla="*/ 6442075 h 6450932"/>
              <a:gd name="connsiteX4" fmla="*/ 0 w 11855613"/>
              <a:gd name="connsiteY4" fmla="*/ 5862353 h 6450932"/>
              <a:gd name="connsiteX5" fmla="*/ 0 w 11855613"/>
              <a:gd name="connsiteY5" fmla="*/ 1653 h 6450932"/>
              <a:gd name="connsiteX0" fmla="*/ 0 w 11864472"/>
              <a:gd name="connsiteY0" fmla="*/ 1653 h 6450932"/>
              <a:gd name="connsiteX1" fmla="*/ 11864472 w 11864472"/>
              <a:gd name="connsiteY1" fmla="*/ 0 h 6450932"/>
              <a:gd name="connsiteX2" fmla="*/ 11855613 w 11864472"/>
              <a:gd name="connsiteY2" fmla="*/ 6450932 h 6450932"/>
              <a:gd name="connsiteX3" fmla="*/ 579722 w 11864472"/>
              <a:gd name="connsiteY3" fmla="*/ 6442075 h 6450932"/>
              <a:gd name="connsiteX4" fmla="*/ 0 w 11864472"/>
              <a:gd name="connsiteY4" fmla="*/ 5862353 h 6450932"/>
              <a:gd name="connsiteX5" fmla="*/ 0 w 11864472"/>
              <a:gd name="connsiteY5" fmla="*/ 1653 h 6450932"/>
              <a:gd name="connsiteX0" fmla="*/ 0 w 11864472"/>
              <a:gd name="connsiteY0" fmla="*/ 1653 h 6442075"/>
              <a:gd name="connsiteX1" fmla="*/ 11864472 w 11864472"/>
              <a:gd name="connsiteY1" fmla="*/ 0 h 6442075"/>
              <a:gd name="connsiteX2" fmla="*/ 11855613 w 11864472"/>
              <a:gd name="connsiteY2" fmla="*/ 6440421 h 6442075"/>
              <a:gd name="connsiteX3" fmla="*/ 579722 w 11864472"/>
              <a:gd name="connsiteY3" fmla="*/ 6442075 h 6442075"/>
              <a:gd name="connsiteX4" fmla="*/ 0 w 11864472"/>
              <a:gd name="connsiteY4" fmla="*/ 5862353 h 6442075"/>
              <a:gd name="connsiteX5" fmla="*/ 0 w 11864472"/>
              <a:gd name="connsiteY5" fmla="*/ 1653 h 6442075"/>
              <a:gd name="connsiteX0" fmla="*/ 0 w 11864472"/>
              <a:gd name="connsiteY0" fmla="*/ 0 h 6630428"/>
              <a:gd name="connsiteX1" fmla="*/ 11864472 w 11864472"/>
              <a:gd name="connsiteY1" fmla="*/ 188353 h 6630428"/>
              <a:gd name="connsiteX2" fmla="*/ 11855613 w 11864472"/>
              <a:gd name="connsiteY2" fmla="*/ 6628774 h 6630428"/>
              <a:gd name="connsiteX3" fmla="*/ 579722 w 11864472"/>
              <a:gd name="connsiteY3" fmla="*/ 6630428 h 6630428"/>
              <a:gd name="connsiteX4" fmla="*/ 0 w 11864472"/>
              <a:gd name="connsiteY4" fmla="*/ 6050706 h 6630428"/>
              <a:gd name="connsiteX5" fmla="*/ 0 w 11864472"/>
              <a:gd name="connsiteY5" fmla="*/ 0 h 6630428"/>
              <a:gd name="connsiteX0" fmla="*/ 0 w 11864472"/>
              <a:gd name="connsiteY0" fmla="*/ 13527 h 6643955"/>
              <a:gd name="connsiteX1" fmla="*/ 11864472 w 11864472"/>
              <a:gd name="connsiteY1" fmla="*/ 0 h 6643955"/>
              <a:gd name="connsiteX2" fmla="*/ 11855613 w 11864472"/>
              <a:gd name="connsiteY2" fmla="*/ 6642301 h 6643955"/>
              <a:gd name="connsiteX3" fmla="*/ 579722 w 11864472"/>
              <a:gd name="connsiteY3" fmla="*/ 6643955 h 6643955"/>
              <a:gd name="connsiteX4" fmla="*/ 0 w 11864472"/>
              <a:gd name="connsiteY4" fmla="*/ 6064233 h 6643955"/>
              <a:gd name="connsiteX5" fmla="*/ 0 w 11864472"/>
              <a:gd name="connsiteY5" fmla="*/ 13527 h 6643955"/>
              <a:gd name="connsiteX0" fmla="*/ 0 w 11864472"/>
              <a:gd name="connsiteY0" fmla="*/ 1319813 h 6643955"/>
              <a:gd name="connsiteX1" fmla="*/ 11864472 w 11864472"/>
              <a:gd name="connsiteY1" fmla="*/ 0 h 6643955"/>
              <a:gd name="connsiteX2" fmla="*/ 11855613 w 11864472"/>
              <a:gd name="connsiteY2" fmla="*/ 6642301 h 6643955"/>
              <a:gd name="connsiteX3" fmla="*/ 579722 w 11864472"/>
              <a:gd name="connsiteY3" fmla="*/ 6643955 h 6643955"/>
              <a:gd name="connsiteX4" fmla="*/ 0 w 11864472"/>
              <a:gd name="connsiteY4" fmla="*/ 6064233 h 6643955"/>
              <a:gd name="connsiteX5" fmla="*/ 0 w 11864472"/>
              <a:gd name="connsiteY5" fmla="*/ 1319813 h 6643955"/>
              <a:gd name="connsiteX0" fmla="*/ 0 w 11864472"/>
              <a:gd name="connsiteY0" fmla="*/ 13527 h 5337669"/>
              <a:gd name="connsiteX1" fmla="*/ 11864472 w 11864472"/>
              <a:gd name="connsiteY1" fmla="*/ 0 h 5337669"/>
              <a:gd name="connsiteX2" fmla="*/ 11855613 w 11864472"/>
              <a:gd name="connsiteY2" fmla="*/ 5336015 h 5337669"/>
              <a:gd name="connsiteX3" fmla="*/ 579722 w 11864472"/>
              <a:gd name="connsiteY3" fmla="*/ 5337669 h 5337669"/>
              <a:gd name="connsiteX4" fmla="*/ 0 w 11864472"/>
              <a:gd name="connsiteY4" fmla="*/ 4757947 h 5337669"/>
              <a:gd name="connsiteX5" fmla="*/ 0 w 11864472"/>
              <a:gd name="connsiteY5" fmla="*/ 13527 h 5337669"/>
              <a:gd name="connsiteX0" fmla="*/ 0 w 11864472"/>
              <a:gd name="connsiteY0" fmla="*/ 1652 h 5337669"/>
              <a:gd name="connsiteX1" fmla="*/ 11864472 w 11864472"/>
              <a:gd name="connsiteY1" fmla="*/ 0 h 5337669"/>
              <a:gd name="connsiteX2" fmla="*/ 11855613 w 11864472"/>
              <a:gd name="connsiteY2" fmla="*/ 5336015 h 5337669"/>
              <a:gd name="connsiteX3" fmla="*/ 579722 w 11864472"/>
              <a:gd name="connsiteY3" fmla="*/ 5337669 h 5337669"/>
              <a:gd name="connsiteX4" fmla="*/ 0 w 11864472"/>
              <a:gd name="connsiteY4" fmla="*/ 4757947 h 5337669"/>
              <a:gd name="connsiteX5" fmla="*/ 0 w 11864472"/>
              <a:gd name="connsiteY5" fmla="*/ 1652 h 5337669"/>
              <a:gd name="connsiteX0" fmla="*/ 0 w 11864472"/>
              <a:gd name="connsiteY0" fmla="*/ 2201927 h 5337669"/>
              <a:gd name="connsiteX1" fmla="*/ 11864472 w 11864472"/>
              <a:gd name="connsiteY1" fmla="*/ 0 h 5337669"/>
              <a:gd name="connsiteX2" fmla="*/ 11855613 w 11864472"/>
              <a:gd name="connsiteY2" fmla="*/ 5336015 h 5337669"/>
              <a:gd name="connsiteX3" fmla="*/ 579722 w 11864472"/>
              <a:gd name="connsiteY3" fmla="*/ 5337669 h 5337669"/>
              <a:gd name="connsiteX4" fmla="*/ 0 w 11864472"/>
              <a:gd name="connsiteY4" fmla="*/ 4757947 h 5337669"/>
              <a:gd name="connsiteX5" fmla="*/ 0 w 11864472"/>
              <a:gd name="connsiteY5" fmla="*/ 2201927 h 5337669"/>
              <a:gd name="connsiteX0" fmla="*/ 0 w 11864472"/>
              <a:gd name="connsiteY0" fmla="*/ 1652 h 3137394"/>
              <a:gd name="connsiteX1" fmla="*/ 11864472 w 11864472"/>
              <a:gd name="connsiteY1" fmla="*/ 0 h 3137394"/>
              <a:gd name="connsiteX2" fmla="*/ 11855613 w 11864472"/>
              <a:gd name="connsiteY2" fmla="*/ 3135740 h 3137394"/>
              <a:gd name="connsiteX3" fmla="*/ 579722 w 11864472"/>
              <a:gd name="connsiteY3" fmla="*/ 3137394 h 3137394"/>
              <a:gd name="connsiteX4" fmla="*/ 0 w 11864472"/>
              <a:gd name="connsiteY4" fmla="*/ 2557672 h 3137394"/>
              <a:gd name="connsiteX5" fmla="*/ 0 w 11864472"/>
              <a:gd name="connsiteY5" fmla="*/ 1652 h 3137394"/>
              <a:gd name="connsiteX0" fmla="*/ 0 w 11864472"/>
              <a:gd name="connsiteY0" fmla="*/ 0 h 3420555"/>
              <a:gd name="connsiteX1" fmla="*/ 11864472 w 11864472"/>
              <a:gd name="connsiteY1" fmla="*/ 283161 h 3420555"/>
              <a:gd name="connsiteX2" fmla="*/ 11855613 w 11864472"/>
              <a:gd name="connsiteY2" fmla="*/ 3418901 h 3420555"/>
              <a:gd name="connsiteX3" fmla="*/ 579722 w 11864472"/>
              <a:gd name="connsiteY3" fmla="*/ 3420555 h 3420555"/>
              <a:gd name="connsiteX4" fmla="*/ 0 w 11864472"/>
              <a:gd name="connsiteY4" fmla="*/ 2840833 h 3420555"/>
              <a:gd name="connsiteX5" fmla="*/ 0 w 11864472"/>
              <a:gd name="connsiteY5" fmla="*/ 0 h 3420555"/>
              <a:gd name="connsiteX0" fmla="*/ 0 w 11864472"/>
              <a:gd name="connsiteY0" fmla="*/ 1652 h 3422207"/>
              <a:gd name="connsiteX1" fmla="*/ 11864472 w 11864472"/>
              <a:gd name="connsiteY1" fmla="*/ 0 h 3422207"/>
              <a:gd name="connsiteX2" fmla="*/ 11855613 w 11864472"/>
              <a:gd name="connsiteY2" fmla="*/ 3420553 h 3422207"/>
              <a:gd name="connsiteX3" fmla="*/ 579722 w 11864472"/>
              <a:gd name="connsiteY3" fmla="*/ 3422207 h 3422207"/>
              <a:gd name="connsiteX4" fmla="*/ 0 w 11864472"/>
              <a:gd name="connsiteY4" fmla="*/ 2842485 h 3422207"/>
              <a:gd name="connsiteX5" fmla="*/ 0 w 11864472"/>
              <a:gd name="connsiteY5" fmla="*/ 1652 h 3422207"/>
              <a:gd name="connsiteX0" fmla="*/ 0 w 11855613"/>
              <a:gd name="connsiteY0" fmla="*/ 0 h 3420555"/>
              <a:gd name="connsiteX1" fmla="*/ 11834492 w 11855613"/>
              <a:gd name="connsiteY1" fmla="*/ 58309 h 3420555"/>
              <a:gd name="connsiteX2" fmla="*/ 11855613 w 11855613"/>
              <a:gd name="connsiteY2" fmla="*/ 3418901 h 3420555"/>
              <a:gd name="connsiteX3" fmla="*/ 579722 w 11855613"/>
              <a:gd name="connsiteY3" fmla="*/ 3420555 h 3420555"/>
              <a:gd name="connsiteX4" fmla="*/ 0 w 11855613"/>
              <a:gd name="connsiteY4" fmla="*/ 2840833 h 3420555"/>
              <a:gd name="connsiteX5" fmla="*/ 0 w 11855613"/>
              <a:gd name="connsiteY5" fmla="*/ 0 h 3420555"/>
              <a:gd name="connsiteX0" fmla="*/ 0 w 11855613"/>
              <a:gd name="connsiteY0" fmla="*/ 1652 h 3362246"/>
              <a:gd name="connsiteX1" fmla="*/ 11834492 w 11855613"/>
              <a:gd name="connsiteY1" fmla="*/ 0 h 3362246"/>
              <a:gd name="connsiteX2" fmla="*/ 11855613 w 11855613"/>
              <a:gd name="connsiteY2" fmla="*/ 3360592 h 3362246"/>
              <a:gd name="connsiteX3" fmla="*/ 579722 w 11855613"/>
              <a:gd name="connsiteY3" fmla="*/ 3362246 h 3362246"/>
              <a:gd name="connsiteX4" fmla="*/ 0 w 11855613"/>
              <a:gd name="connsiteY4" fmla="*/ 2782524 h 3362246"/>
              <a:gd name="connsiteX5" fmla="*/ 0 w 11855613"/>
              <a:gd name="connsiteY5" fmla="*/ 1652 h 3362246"/>
              <a:gd name="connsiteX0" fmla="*/ 0 w 11864473"/>
              <a:gd name="connsiteY0" fmla="*/ 0 h 3360594"/>
              <a:gd name="connsiteX1" fmla="*/ 11864473 w 11864473"/>
              <a:gd name="connsiteY1" fmla="*/ 13338 h 3360594"/>
              <a:gd name="connsiteX2" fmla="*/ 11855613 w 11864473"/>
              <a:gd name="connsiteY2" fmla="*/ 3358940 h 3360594"/>
              <a:gd name="connsiteX3" fmla="*/ 579722 w 11864473"/>
              <a:gd name="connsiteY3" fmla="*/ 3360594 h 3360594"/>
              <a:gd name="connsiteX4" fmla="*/ 0 w 11864473"/>
              <a:gd name="connsiteY4" fmla="*/ 2780872 h 3360594"/>
              <a:gd name="connsiteX5" fmla="*/ 0 w 11864473"/>
              <a:gd name="connsiteY5" fmla="*/ 0 h 3360594"/>
              <a:gd name="connsiteX0" fmla="*/ 0 w 11864473"/>
              <a:gd name="connsiteY0" fmla="*/ 1652 h 3362246"/>
              <a:gd name="connsiteX1" fmla="*/ 11864473 w 11864473"/>
              <a:gd name="connsiteY1" fmla="*/ 0 h 3362246"/>
              <a:gd name="connsiteX2" fmla="*/ 11855613 w 11864473"/>
              <a:gd name="connsiteY2" fmla="*/ 3360592 h 3362246"/>
              <a:gd name="connsiteX3" fmla="*/ 579722 w 11864473"/>
              <a:gd name="connsiteY3" fmla="*/ 3362246 h 3362246"/>
              <a:gd name="connsiteX4" fmla="*/ 0 w 11864473"/>
              <a:gd name="connsiteY4" fmla="*/ 2782524 h 3362246"/>
              <a:gd name="connsiteX5" fmla="*/ 0 w 11864473"/>
              <a:gd name="connsiteY5" fmla="*/ 1652 h 3362246"/>
              <a:gd name="connsiteX0" fmla="*/ 0 w 11855629"/>
              <a:gd name="connsiteY0" fmla="*/ 1652 h 3362246"/>
              <a:gd name="connsiteX1" fmla="*/ 11459359 w 11855629"/>
              <a:gd name="connsiteY1" fmla="*/ 0 h 3362246"/>
              <a:gd name="connsiteX2" fmla="*/ 11855613 w 11855629"/>
              <a:gd name="connsiteY2" fmla="*/ 3360592 h 3362246"/>
              <a:gd name="connsiteX3" fmla="*/ 579722 w 11855629"/>
              <a:gd name="connsiteY3" fmla="*/ 3362246 h 3362246"/>
              <a:gd name="connsiteX4" fmla="*/ 0 w 11855629"/>
              <a:gd name="connsiteY4" fmla="*/ 2782524 h 3362246"/>
              <a:gd name="connsiteX5" fmla="*/ 0 w 11855629"/>
              <a:gd name="connsiteY5" fmla="*/ 1652 h 3362246"/>
              <a:gd name="connsiteX0" fmla="*/ 0 w 11459359"/>
              <a:gd name="connsiteY0" fmla="*/ 1652 h 3362246"/>
              <a:gd name="connsiteX1" fmla="*/ 11459359 w 11459359"/>
              <a:gd name="connsiteY1" fmla="*/ 0 h 3362246"/>
              <a:gd name="connsiteX2" fmla="*/ 11438924 w 11459359"/>
              <a:gd name="connsiteY2" fmla="*/ 3360592 h 3362246"/>
              <a:gd name="connsiteX3" fmla="*/ 579722 w 11459359"/>
              <a:gd name="connsiteY3" fmla="*/ 3362246 h 3362246"/>
              <a:gd name="connsiteX4" fmla="*/ 0 w 11459359"/>
              <a:gd name="connsiteY4" fmla="*/ 2782524 h 3362246"/>
              <a:gd name="connsiteX5" fmla="*/ 0 w 11459359"/>
              <a:gd name="connsiteY5" fmla="*/ 1652 h 3362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459359" h="3362246">
                <a:moveTo>
                  <a:pt x="0" y="1652"/>
                </a:moveTo>
                <a:lnTo>
                  <a:pt x="11459359" y="0"/>
                </a:lnTo>
                <a:cubicBezTo>
                  <a:pt x="11456406" y="1115201"/>
                  <a:pt x="11441877" y="2245391"/>
                  <a:pt x="11438924" y="3360592"/>
                </a:cubicBezTo>
                <a:lnTo>
                  <a:pt x="579722" y="3362246"/>
                </a:lnTo>
                <a:cubicBezTo>
                  <a:pt x="259550" y="3362246"/>
                  <a:pt x="0" y="3102696"/>
                  <a:pt x="0" y="2782524"/>
                </a:cubicBezTo>
                <a:lnTo>
                  <a:pt x="0" y="1652"/>
                </a:lnTo>
                <a:close/>
              </a:path>
            </a:pathLst>
          </a:custGeom>
          <a:noFill/>
        </p:spPr>
        <p:txBody>
          <a:bodyPr/>
          <a:lstStyle>
            <a:lvl1pPr marL="0" indent="0">
              <a:buNone/>
              <a:defRPr sz="2400" b="0" i="0">
                <a:solidFill>
                  <a:schemeClr val="bg1"/>
                </a:solidFill>
              </a:defRPr>
            </a:lvl1pPr>
          </a:lstStyle>
          <a:p>
            <a:r>
              <a:rPr lang="en-US" altLang="ja-JP"/>
              <a:t>Click icon to add picture</a:t>
            </a:r>
            <a:endParaRPr lang="en-JP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5B310476-C24E-4F18-B6AD-8904F6D8A402}"/>
              </a:ext>
            </a:extLst>
          </p:cNvPr>
          <p:cNvSpPr/>
          <p:nvPr userDrawn="1"/>
        </p:nvSpPr>
        <p:spPr>
          <a:xfrm>
            <a:off x="749005" y="3825835"/>
            <a:ext cx="190787" cy="565121"/>
          </a:xfrm>
          <a:custGeom>
            <a:avLst/>
            <a:gdLst>
              <a:gd name="connsiteX0" fmla="*/ 0 w 66951"/>
              <a:gd name="connsiteY0" fmla="*/ 0 h 565121"/>
              <a:gd name="connsiteX1" fmla="*/ 66951 w 66951"/>
              <a:gd name="connsiteY1" fmla="*/ 0 h 565121"/>
              <a:gd name="connsiteX2" fmla="*/ 66951 w 66951"/>
              <a:gd name="connsiteY2" fmla="*/ 565121 h 565121"/>
              <a:gd name="connsiteX3" fmla="*/ 0 w 66951"/>
              <a:gd name="connsiteY3" fmla="*/ 565121 h 565121"/>
              <a:gd name="connsiteX4" fmla="*/ 0 w 66951"/>
              <a:gd name="connsiteY4" fmla="*/ 0 h 565121"/>
              <a:gd name="connsiteX0" fmla="*/ 0 w 131862"/>
              <a:gd name="connsiteY0" fmla="*/ 0 h 565121"/>
              <a:gd name="connsiteX1" fmla="*/ 66951 w 131862"/>
              <a:gd name="connsiteY1" fmla="*/ 0 h 565121"/>
              <a:gd name="connsiteX2" fmla="*/ 66951 w 131862"/>
              <a:gd name="connsiteY2" fmla="*/ 565121 h 565121"/>
              <a:gd name="connsiteX3" fmla="*/ 0 w 131862"/>
              <a:gd name="connsiteY3" fmla="*/ 565121 h 565121"/>
              <a:gd name="connsiteX4" fmla="*/ 0 w 131862"/>
              <a:gd name="connsiteY4" fmla="*/ 0 h 565121"/>
              <a:gd name="connsiteX0" fmla="*/ 0 w 177682"/>
              <a:gd name="connsiteY0" fmla="*/ 0 h 565121"/>
              <a:gd name="connsiteX1" fmla="*/ 66951 w 177682"/>
              <a:gd name="connsiteY1" fmla="*/ 0 h 565121"/>
              <a:gd name="connsiteX2" fmla="*/ 66951 w 177682"/>
              <a:gd name="connsiteY2" fmla="*/ 565121 h 565121"/>
              <a:gd name="connsiteX3" fmla="*/ 0 w 177682"/>
              <a:gd name="connsiteY3" fmla="*/ 565121 h 565121"/>
              <a:gd name="connsiteX4" fmla="*/ 0 w 177682"/>
              <a:gd name="connsiteY4" fmla="*/ 0 h 565121"/>
              <a:gd name="connsiteX0" fmla="*/ 0 w 186120"/>
              <a:gd name="connsiteY0" fmla="*/ 0 h 565121"/>
              <a:gd name="connsiteX1" fmla="*/ 66951 w 186120"/>
              <a:gd name="connsiteY1" fmla="*/ 0 h 565121"/>
              <a:gd name="connsiteX2" fmla="*/ 66951 w 186120"/>
              <a:gd name="connsiteY2" fmla="*/ 565121 h 565121"/>
              <a:gd name="connsiteX3" fmla="*/ 0 w 186120"/>
              <a:gd name="connsiteY3" fmla="*/ 565121 h 565121"/>
              <a:gd name="connsiteX4" fmla="*/ 0 w 186120"/>
              <a:gd name="connsiteY4" fmla="*/ 0 h 565121"/>
              <a:gd name="connsiteX0" fmla="*/ 0 w 190787"/>
              <a:gd name="connsiteY0" fmla="*/ 0 h 565121"/>
              <a:gd name="connsiteX1" fmla="*/ 66951 w 190787"/>
              <a:gd name="connsiteY1" fmla="*/ 0 h 565121"/>
              <a:gd name="connsiteX2" fmla="*/ 66951 w 190787"/>
              <a:gd name="connsiteY2" fmla="*/ 565121 h 565121"/>
              <a:gd name="connsiteX3" fmla="*/ 0 w 190787"/>
              <a:gd name="connsiteY3" fmla="*/ 565121 h 565121"/>
              <a:gd name="connsiteX4" fmla="*/ 0 w 190787"/>
              <a:gd name="connsiteY4" fmla="*/ 0 h 565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0787" h="565121">
                <a:moveTo>
                  <a:pt x="0" y="0"/>
                </a:moveTo>
                <a:lnTo>
                  <a:pt x="66951" y="0"/>
                </a:lnTo>
                <a:cubicBezTo>
                  <a:pt x="235226" y="153449"/>
                  <a:pt x="228876" y="408497"/>
                  <a:pt x="66951" y="565121"/>
                </a:cubicBezTo>
                <a:lnTo>
                  <a:pt x="0" y="5651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algn="ctr"/>
            <a:endParaRPr kumimoji="1" lang="en-JP">
              <a:solidFill>
                <a:schemeClr val="bg1"/>
              </a:solidFill>
            </a:endParaRP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F81D4A45-B0D9-E41F-B563-FC8FA06C11D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249619" y="5462093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Title of Position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88BA12B6-3F7D-17AB-E7C4-52B0564528B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249619" y="5721864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Department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D04B5B8D-3AF9-05C3-7FAA-5B30475BEFF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249619" y="5981635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127155E8-06F6-8A8B-B759-C7BBDCAC3B7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249619" y="5202322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A03C8B16-F64D-3D16-EAD8-972041D211E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49619" y="6241405"/>
            <a:ext cx="5289997" cy="234001"/>
          </a:xfrm>
        </p:spPr>
        <p:txBody>
          <a:bodyPr tIns="0" rIns="0" bIns="0" anchor="ctr" anchorCtr="0">
            <a:noAutofit/>
          </a:bodyPr>
          <a:lstStyle>
            <a:lvl1pPr marL="0" marR="0" indent="0" algn="l" defTabSz="9141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C4948"/>
              </a:buClr>
              <a:buSzTx/>
              <a:buFont typeface="Arial" panose="020B0604020202020204" pitchFamily="34" charset="0"/>
              <a:buNone/>
              <a:tabLst/>
              <a:defRPr sz="800" b="0" i="0">
                <a:latin typeface="Aptos" panose="020B0004020202020204" pitchFamily="34" charset="0"/>
              </a:defRPr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marL="0" marR="0" lvl="0" indent="0" algn="l" defTabSz="9141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C494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Private and confidential. For internal use only.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CC1A1A0D-7F66-2345-CEB9-5D544288692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49619" y="3837426"/>
            <a:ext cx="5289997" cy="1120775"/>
          </a:xfrm>
        </p:spPr>
        <p:txBody>
          <a:bodyPr tIns="0" rIns="0" bIns="0">
            <a:normAutofit/>
          </a:bodyPr>
          <a:lstStyle>
            <a:lvl1pPr marL="0" indent="0">
              <a:lnSpc>
                <a:spcPct val="90000"/>
              </a:lnSpc>
              <a:buNone/>
              <a:defRPr sz="4100" b="1" i="0"/>
            </a:lvl1pPr>
          </a:lstStyle>
          <a:p>
            <a:pPr lvl="0"/>
            <a:r>
              <a:rPr lang="en-US" dirty="0"/>
              <a:t>Click to Add Title</a:t>
            </a:r>
            <a:endParaRPr lang="en-JP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C41995C4-27C4-5550-01A9-280FBD1D1CA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81249" y="6376220"/>
            <a:ext cx="1950447" cy="111946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04CC6762-EF76-554A-B821-76E6E8D62CD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73057" y="3423144"/>
            <a:ext cx="2033033" cy="1120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7154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65">
          <p15:clr>
            <a:srgbClr val="FBAE40"/>
          </p15:clr>
        </p15:guide>
        <p15:guide id="2" orient="horz" pos="2364">
          <p15:clr>
            <a:srgbClr val="FBAE40"/>
          </p15:clr>
        </p15:guide>
        <p15:guide id="3" orient="horz" pos="216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vi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9F5E8E0A-41D4-8346-9248-0B9AAC71238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040229" y="3294870"/>
            <a:ext cx="4736525" cy="493340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>
              <a:lnSpc>
                <a:spcPts val="3800"/>
              </a:lnSpc>
              <a:defRPr sz="3600" b="1" i="0" baseline="0">
                <a:solidFill>
                  <a:schemeClr val="tx1"/>
                </a:solidFill>
                <a:latin typeface="+mn-lt"/>
                <a:ea typeface="メイリオ" pitchFamily="50" charset="-128"/>
                <a:cs typeface="Calibri" pitchFamily="34" charset="0"/>
              </a:defRPr>
            </a:lvl1pPr>
          </a:lstStyle>
          <a:p>
            <a:r>
              <a:rPr lang="en-GB" dirty="0"/>
              <a:t>Click to Add Section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E62D2EF-860C-0EF9-0D9D-F4DA4D85B2E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040229" y="2825357"/>
            <a:ext cx="4736525" cy="338534"/>
          </a:xfrm>
        </p:spPr>
        <p:txBody>
          <a:bodyPr>
            <a:noAutofit/>
          </a:bodyPr>
          <a:lstStyle>
            <a:lvl1pPr marL="0" indent="0">
              <a:buNone/>
              <a:defRPr sz="1400" b="1" i="0" spc="150" baseline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SUBSECTION</a:t>
            </a:r>
            <a:endParaRPr lang="en-JP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5E797E3-8C79-F482-EE1C-2CF43D7DED0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40177" y="2035774"/>
            <a:ext cx="2200052" cy="2044700"/>
          </a:xfrm>
        </p:spPr>
        <p:txBody>
          <a:bodyPr tIns="0" rIns="0" bIns="0">
            <a:noAutofit/>
          </a:bodyPr>
          <a:lstStyle>
            <a:lvl1pPr marL="0" indent="0">
              <a:buNone/>
              <a:defRPr sz="14000" b="1" i="0" spc="-150">
                <a:solidFill>
                  <a:schemeClr val="accent4"/>
                </a:solidFill>
              </a:defRPr>
            </a:lvl1pPr>
            <a:lvl2pPr marL="457068" indent="0">
              <a:buNone/>
              <a:defRPr/>
            </a:lvl2pPr>
            <a:lvl3pPr marL="914149" indent="0">
              <a:buNone/>
              <a:defRPr/>
            </a:lvl3pPr>
            <a:lvl4pPr marL="1371219" indent="0">
              <a:buNone/>
              <a:defRPr/>
            </a:lvl4pPr>
            <a:lvl5pPr marL="1828290" indent="0">
              <a:buNone/>
              <a:defRPr/>
            </a:lvl5pPr>
          </a:lstStyle>
          <a:p>
            <a:pPr lvl="0"/>
            <a:r>
              <a:rPr lang="en-US" dirty="0"/>
              <a:t>#X</a:t>
            </a:r>
            <a:endParaRPr lang="en-JP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8E7AFA21-1B23-5178-1FCE-159583B0A3A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14395" y="-1"/>
            <a:ext cx="1779439" cy="980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26578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65" userDrawn="1">
          <p15:clr>
            <a:srgbClr val="FBAE40"/>
          </p15:clr>
        </p15:guide>
        <p15:guide id="2" orient="horz" pos="2364" userDrawn="1">
          <p15:clr>
            <a:srgbClr val="FBAE40"/>
          </p15:clr>
        </p15:guide>
        <p15:guide id="3" orient="horz" pos="216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7B7149E-27B6-CF1F-ECDF-30C3D80372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8" y="-1"/>
            <a:ext cx="12722659" cy="6861173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9F5E8E0A-41D4-8346-9248-0B9AAC71238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06003" y="3294870"/>
            <a:ext cx="4068109" cy="980653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>
              <a:lnSpc>
                <a:spcPts val="3800"/>
              </a:lnSpc>
              <a:defRPr sz="3600" b="1" i="0" baseline="0">
                <a:solidFill>
                  <a:schemeClr val="tx1"/>
                </a:solidFill>
                <a:latin typeface="+mn-lt"/>
                <a:ea typeface="メイリオ" pitchFamily="50" charset="-128"/>
                <a:cs typeface="Calibri" pitchFamily="34" charset="0"/>
              </a:defRPr>
            </a:lvl1pPr>
          </a:lstStyle>
          <a:p>
            <a:r>
              <a:rPr lang="en-GB" dirty="0"/>
              <a:t>Click to Add Section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E62D2EF-860C-0EF9-0D9D-F4DA4D85B2E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004" y="2825357"/>
            <a:ext cx="4068110" cy="338534"/>
          </a:xfrm>
        </p:spPr>
        <p:txBody>
          <a:bodyPr>
            <a:noAutofit/>
          </a:bodyPr>
          <a:lstStyle>
            <a:lvl1pPr marL="0" indent="0">
              <a:buNone/>
              <a:defRPr sz="1400" b="1" i="0" spc="150" baseline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SUBSECTION</a:t>
            </a:r>
            <a:endParaRPr lang="en-JP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5E797E3-8C79-F482-EE1C-2CF43D7DED0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879750" y="1752600"/>
            <a:ext cx="7306612" cy="6858001"/>
          </a:xfrm>
        </p:spPr>
        <p:txBody>
          <a:bodyPr tIns="0" rIns="0" bIns="0" anchor="b" anchorCtr="0">
            <a:noAutofit/>
          </a:bodyPr>
          <a:lstStyle>
            <a:lvl1pPr marL="0" indent="0" algn="r">
              <a:buNone/>
              <a:defRPr sz="50000" b="1" i="0" spc="-300">
                <a:solidFill>
                  <a:schemeClr val="bg1">
                    <a:alpha val="30000"/>
                  </a:schemeClr>
                </a:solidFill>
              </a:defRPr>
            </a:lvl1pPr>
            <a:lvl2pPr marL="457068" indent="0">
              <a:buNone/>
              <a:defRPr/>
            </a:lvl2pPr>
            <a:lvl3pPr marL="914149" indent="0">
              <a:buNone/>
              <a:defRPr/>
            </a:lvl3pPr>
            <a:lvl4pPr marL="1371219" indent="0">
              <a:buNone/>
              <a:defRPr/>
            </a:lvl4pPr>
            <a:lvl5pPr marL="1828290" indent="0">
              <a:buNone/>
              <a:defRPr/>
            </a:lvl5pPr>
          </a:lstStyle>
          <a:p>
            <a:pPr lvl="0"/>
            <a:r>
              <a:rPr lang="en-US" dirty="0"/>
              <a:t>#X</a:t>
            </a:r>
            <a:endParaRPr lang="en-JP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E032E5A7-CB2B-663A-F33A-DE5DFD841A0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8589" y="0"/>
            <a:ext cx="1779439" cy="980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4759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65" userDrawn="1">
          <p15:clr>
            <a:srgbClr val="FBAE40"/>
          </p15:clr>
        </p15:guide>
        <p15:guide id="2" orient="horz" pos="2364" userDrawn="1">
          <p15:clr>
            <a:srgbClr val="FBAE40"/>
          </p15:clr>
        </p15:guide>
        <p15:guide id="3" orient="horz" pos="216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vi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D24F985-929E-4C0E-98F5-6EB32959AF1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696" b="10696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9F5E8E0A-41D4-8346-9248-0B9AAC71238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06003" y="3294870"/>
            <a:ext cx="4185097" cy="493340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>
              <a:lnSpc>
                <a:spcPts val="3800"/>
              </a:lnSpc>
              <a:defRPr sz="3600" b="1" i="0" baseline="0">
                <a:solidFill>
                  <a:schemeClr val="bg1"/>
                </a:solidFill>
                <a:latin typeface="Aptos SemiBold" panose="020B0004020202020204" pitchFamily="34" charset="0"/>
                <a:ea typeface="メイリオ" pitchFamily="50" charset="-128"/>
                <a:cs typeface="Calibri" pitchFamily="34" charset="0"/>
              </a:defRPr>
            </a:lvl1pPr>
          </a:lstStyle>
          <a:p>
            <a:r>
              <a:rPr lang="en-GB" dirty="0"/>
              <a:t>Click to Add Section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E62D2EF-860C-0EF9-0D9D-F4DA4D85B2E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003" y="2825357"/>
            <a:ext cx="4185097" cy="338534"/>
          </a:xfrm>
        </p:spPr>
        <p:txBody>
          <a:bodyPr>
            <a:noAutofit/>
          </a:bodyPr>
          <a:lstStyle>
            <a:lvl1pPr marL="0" indent="0">
              <a:buNone/>
              <a:defRPr sz="1400" b="1" i="0" spc="15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SUBSECTION</a:t>
            </a:r>
            <a:endParaRPr lang="en-JP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0308766B-2A71-CCB8-F502-017141C9B91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8589" y="0"/>
            <a:ext cx="1779439" cy="980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4020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65" userDrawn="1">
          <p15:clr>
            <a:srgbClr val="FBAE40"/>
          </p15:clr>
        </p15:guide>
        <p15:guide id="2" orient="horz" pos="2364" userDrawn="1">
          <p15:clr>
            <a:srgbClr val="FBAE40"/>
          </p15:clr>
        </p15:guide>
        <p15:guide id="3" orient="horz" pos="216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1-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FD2406EE-A554-5348-AE6D-4D8B343E620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11150" y="1102385"/>
            <a:ext cx="11569700" cy="5328857"/>
          </a:xfrm>
          <a:prstGeom prst="rect">
            <a:avLst/>
          </a:prstGeom>
        </p:spPr>
        <p:txBody>
          <a:bodyPr tIns="0" rIns="0" bIns="0" numCol="1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 dirty="0"/>
              <a:t>This is a one-column layout. Click to add content</a:t>
            </a:r>
          </a:p>
        </p:txBody>
      </p:sp>
      <p:sp>
        <p:nvSpPr>
          <p:cNvPr id="19" name="Footer Placeholder 8">
            <a:extLst>
              <a:ext uri="{FF2B5EF4-FFF2-40B4-BE49-F238E27FC236}">
                <a16:creationId xmlns:a16="http://schemas.microsoft.com/office/drawing/2014/main" id="{CDA06C55-0643-C148-AAB1-C4BB26FD7B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766050" y="6523001"/>
            <a:ext cx="4114800" cy="1961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 b="1" spc="100" baseline="0">
                <a:solidFill>
                  <a:schemeClr val="tx1"/>
                </a:solidFill>
              </a:defRPr>
            </a:lvl1pPr>
          </a:lstStyle>
          <a:p>
            <a:r>
              <a:rPr lang="en-JP"/>
              <a:t> </a:t>
            </a:r>
          </a:p>
        </p:txBody>
      </p:sp>
      <p:sp>
        <p:nvSpPr>
          <p:cNvPr id="22" name="タイトル プレースホルダ 1">
            <a:extLst>
              <a:ext uri="{FF2B5EF4-FFF2-40B4-BE49-F238E27FC236}">
                <a16:creationId xmlns:a16="http://schemas.microsoft.com/office/drawing/2014/main" id="{86D2E5B8-9E2B-DB46-A55A-5F26569C4F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6690" y="192426"/>
            <a:ext cx="9379060" cy="685801"/>
          </a:xfrm>
          <a:prstGeom prst="rect">
            <a:avLst/>
          </a:prstGeom>
        </p:spPr>
        <p:txBody>
          <a:bodyPr vert="horz" lIns="0" tIns="54000" rIns="0" bIns="0" rtlCol="0" anchor="ctr">
            <a:normAutofit/>
          </a:bodyPr>
          <a:lstStyle>
            <a:lvl1pPr>
              <a:defRPr b="1" i="0">
                <a:latin typeface="Aptos" panose="020B0004020202020204" pitchFamily="34" charset="0"/>
              </a:defRPr>
            </a:lvl1pPr>
          </a:lstStyle>
          <a:p>
            <a:r>
              <a:rPr kumimoji="1" lang="en-US" altLang="ja-JP" dirty="0"/>
              <a:t>Click to add title</a:t>
            </a:r>
            <a:endParaRPr kumimoji="1" lang="ja-JP" altLang="en-US"/>
          </a:p>
        </p:txBody>
      </p:sp>
      <p:sp>
        <p:nvSpPr>
          <p:cNvPr id="20" name="スライド番号プレースホルダ 5">
            <a:extLst>
              <a:ext uri="{FF2B5EF4-FFF2-40B4-BE49-F238E27FC236}">
                <a16:creationId xmlns:a16="http://schemas.microsoft.com/office/drawing/2014/main" id="{51A4825E-63A1-564F-BC3A-FBC167ECE5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1150" y="6523001"/>
            <a:ext cx="294928" cy="196131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l">
              <a:defRPr sz="800" b="0" i="0">
                <a:solidFill>
                  <a:schemeClr val="tx1"/>
                </a:solidFill>
                <a:latin typeface="Aptos" panose="020B0004020202020204" pitchFamily="34" charset="0"/>
                <a:ea typeface="メイリオ" pitchFamily="50" charset="-128"/>
                <a:cs typeface="Calibri" panose="020F0502020204030204" pitchFamily="34" charset="0"/>
              </a:defRPr>
            </a:lvl1pPr>
          </a:lstStyle>
          <a:p>
            <a:pPr defTabSz="1218810"/>
            <a:fld id="{E9B57936-92EF-4126-AE48-1D9D36D15E98}" type="slidenum">
              <a:rPr lang="ja-JP" altLang="en-US" smtClean="0"/>
              <a:pPr defTabSz="1218810"/>
              <a:t>‹#›</a:t>
            </a:fld>
            <a:endParaRPr lang="ja-JP" altLang="en-US"/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44EB3013-FCB4-1B4E-A9F2-FD57CF727CC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6078" y="6523001"/>
            <a:ext cx="6968348" cy="205613"/>
          </a:xfrm>
          <a:prstGeom prst="rect">
            <a:avLst/>
          </a:prstGeom>
        </p:spPr>
        <p:txBody>
          <a:bodyPr wrap="none" tIns="0" rIns="0" bIns="72000" numCol="1" anchor="ctr">
            <a:noAutofit/>
          </a:bodyPr>
          <a:lstStyle>
            <a:lvl1pPr marL="0" indent="0">
              <a:lnSpc>
                <a:spcPts val="16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 b="0" i="0">
                <a:solidFill>
                  <a:schemeClr val="accent3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 dirty="0"/>
              <a:t>Private and confidential. For internal use only.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CF804E26-084A-C117-4E65-6596BFFEAA37}"/>
              </a:ext>
            </a:extLst>
          </p:cNvPr>
          <p:cNvSpPr/>
          <p:nvPr userDrawn="1"/>
        </p:nvSpPr>
        <p:spPr>
          <a:xfrm>
            <a:off x="312373" y="315081"/>
            <a:ext cx="143066" cy="436383"/>
          </a:xfrm>
          <a:custGeom>
            <a:avLst/>
            <a:gdLst>
              <a:gd name="connsiteX0" fmla="*/ 0 w 66951"/>
              <a:gd name="connsiteY0" fmla="*/ 0 h 565121"/>
              <a:gd name="connsiteX1" fmla="*/ 66951 w 66951"/>
              <a:gd name="connsiteY1" fmla="*/ 0 h 565121"/>
              <a:gd name="connsiteX2" fmla="*/ 66951 w 66951"/>
              <a:gd name="connsiteY2" fmla="*/ 565121 h 565121"/>
              <a:gd name="connsiteX3" fmla="*/ 0 w 66951"/>
              <a:gd name="connsiteY3" fmla="*/ 565121 h 565121"/>
              <a:gd name="connsiteX4" fmla="*/ 0 w 66951"/>
              <a:gd name="connsiteY4" fmla="*/ 0 h 565121"/>
              <a:gd name="connsiteX0" fmla="*/ 0 w 131862"/>
              <a:gd name="connsiteY0" fmla="*/ 0 h 565121"/>
              <a:gd name="connsiteX1" fmla="*/ 66951 w 131862"/>
              <a:gd name="connsiteY1" fmla="*/ 0 h 565121"/>
              <a:gd name="connsiteX2" fmla="*/ 66951 w 131862"/>
              <a:gd name="connsiteY2" fmla="*/ 565121 h 565121"/>
              <a:gd name="connsiteX3" fmla="*/ 0 w 131862"/>
              <a:gd name="connsiteY3" fmla="*/ 565121 h 565121"/>
              <a:gd name="connsiteX4" fmla="*/ 0 w 131862"/>
              <a:gd name="connsiteY4" fmla="*/ 0 h 565121"/>
              <a:gd name="connsiteX0" fmla="*/ 0 w 177682"/>
              <a:gd name="connsiteY0" fmla="*/ 0 h 565121"/>
              <a:gd name="connsiteX1" fmla="*/ 66951 w 177682"/>
              <a:gd name="connsiteY1" fmla="*/ 0 h 565121"/>
              <a:gd name="connsiteX2" fmla="*/ 66951 w 177682"/>
              <a:gd name="connsiteY2" fmla="*/ 565121 h 565121"/>
              <a:gd name="connsiteX3" fmla="*/ 0 w 177682"/>
              <a:gd name="connsiteY3" fmla="*/ 565121 h 565121"/>
              <a:gd name="connsiteX4" fmla="*/ 0 w 177682"/>
              <a:gd name="connsiteY4" fmla="*/ 0 h 565121"/>
              <a:gd name="connsiteX0" fmla="*/ 0 w 186120"/>
              <a:gd name="connsiteY0" fmla="*/ 0 h 565121"/>
              <a:gd name="connsiteX1" fmla="*/ 66951 w 186120"/>
              <a:gd name="connsiteY1" fmla="*/ 0 h 565121"/>
              <a:gd name="connsiteX2" fmla="*/ 66951 w 186120"/>
              <a:gd name="connsiteY2" fmla="*/ 565121 h 565121"/>
              <a:gd name="connsiteX3" fmla="*/ 0 w 186120"/>
              <a:gd name="connsiteY3" fmla="*/ 565121 h 565121"/>
              <a:gd name="connsiteX4" fmla="*/ 0 w 186120"/>
              <a:gd name="connsiteY4" fmla="*/ 0 h 565121"/>
              <a:gd name="connsiteX0" fmla="*/ 0 w 190787"/>
              <a:gd name="connsiteY0" fmla="*/ 0 h 565121"/>
              <a:gd name="connsiteX1" fmla="*/ 66951 w 190787"/>
              <a:gd name="connsiteY1" fmla="*/ 0 h 565121"/>
              <a:gd name="connsiteX2" fmla="*/ 66951 w 190787"/>
              <a:gd name="connsiteY2" fmla="*/ 565121 h 565121"/>
              <a:gd name="connsiteX3" fmla="*/ 0 w 190787"/>
              <a:gd name="connsiteY3" fmla="*/ 565121 h 565121"/>
              <a:gd name="connsiteX4" fmla="*/ 0 w 190787"/>
              <a:gd name="connsiteY4" fmla="*/ 0 h 565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0787" h="565121">
                <a:moveTo>
                  <a:pt x="0" y="0"/>
                </a:moveTo>
                <a:lnTo>
                  <a:pt x="66951" y="0"/>
                </a:lnTo>
                <a:cubicBezTo>
                  <a:pt x="235226" y="153449"/>
                  <a:pt x="228876" y="408497"/>
                  <a:pt x="66951" y="565121"/>
                </a:cubicBezTo>
                <a:lnTo>
                  <a:pt x="0" y="5651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algn="ctr"/>
            <a:endParaRPr kumimoji="1" lang="en-JP">
              <a:solidFill>
                <a:schemeClr val="bg1"/>
              </a:solidFill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E69D6B76-B184-2FAB-753A-DA44966938B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23301" y="44840"/>
            <a:ext cx="1779439" cy="980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6794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ndard 1-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oter Placeholder 8">
            <a:extLst>
              <a:ext uri="{FF2B5EF4-FFF2-40B4-BE49-F238E27FC236}">
                <a16:creationId xmlns:a16="http://schemas.microsoft.com/office/drawing/2014/main" id="{CDA06C55-0643-C148-AAB1-C4BB26FD7B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766050" y="6523001"/>
            <a:ext cx="4114800" cy="1961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 b="1" spc="100" baseline="0">
                <a:solidFill>
                  <a:schemeClr val="tx1"/>
                </a:solidFill>
              </a:defRPr>
            </a:lvl1pPr>
          </a:lstStyle>
          <a:p>
            <a:r>
              <a:rPr lang="en-JP"/>
              <a:t> </a:t>
            </a:r>
          </a:p>
        </p:txBody>
      </p:sp>
      <p:sp>
        <p:nvSpPr>
          <p:cNvPr id="20" name="スライド番号プレースホルダ 5">
            <a:extLst>
              <a:ext uri="{FF2B5EF4-FFF2-40B4-BE49-F238E27FC236}">
                <a16:creationId xmlns:a16="http://schemas.microsoft.com/office/drawing/2014/main" id="{51A4825E-63A1-564F-BC3A-FBC167ECE5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1150" y="6523001"/>
            <a:ext cx="294928" cy="196131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l">
              <a:defRPr sz="800" b="0" i="0">
                <a:solidFill>
                  <a:schemeClr val="tx1"/>
                </a:solidFill>
                <a:latin typeface="Aptos" panose="020B0004020202020204" pitchFamily="34" charset="0"/>
                <a:ea typeface="メイリオ" pitchFamily="50" charset="-128"/>
                <a:cs typeface="Calibri" panose="020F0502020204030204" pitchFamily="34" charset="0"/>
              </a:defRPr>
            </a:lvl1pPr>
          </a:lstStyle>
          <a:p>
            <a:pPr defTabSz="1218810"/>
            <a:fld id="{E9B57936-92EF-4126-AE48-1D9D36D15E98}" type="slidenum">
              <a:rPr lang="ja-JP" altLang="en-US" smtClean="0"/>
              <a:pPr defTabSz="1218810"/>
              <a:t>‹#›</a:t>
            </a:fld>
            <a:endParaRPr lang="ja-JP" altLang="en-US"/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44EB3013-FCB4-1B4E-A9F2-FD57CF727CC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6078" y="6523001"/>
            <a:ext cx="6968348" cy="205613"/>
          </a:xfrm>
          <a:prstGeom prst="rect">
            <a:avLst/>
          </a:prstGeom>
        </p:spPr>
        <p:txBody>
          <a:bodyPr wrap="none" tIns="0" rIns="0" bIns="72000" numCol="1" anchor="ctr">
            <a:noAutofit/>
          </a:bodyPr>
          <a:lstStyle>
            <a:lvl1pPr marL="0" indent="0">
              <a:lnSpc>
                <a:spcPts val="16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 b="0" i="0">
                <a:solidFill>
                  <a:schemeClr val="accent3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 dirty="0"/>
              <a:t>Private and confidential. For internal use only.</a:t>
            </a: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DDF030C6-4472-B0B9-85E0-5BB4281854D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11150" y="1102385"/>
            <a:ext cx="5580000" cy="5328857"/>
          </a:xfrm>
          <a:prstGeom prst="rect">
            <a:avLst/>
          </a:prstGeom>
        </p:spPr>
        <p:txBody>
          <a:bodyPr tIns="0" rIns="0" bIns="0" numCol="2" spcCol="54000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 dirty="0"/>
              <a:t>This is a two-column layout. Click to add content. 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08D63629-EEFE-3274-3106-D43FF44EB86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04514" y="1105495"/>
            <a:ext cx="5580000" cy="5328857"/>
          </a:xfrm>
          <a:prstGeom prst="rect">
            <a:avLst/>
          </a:prstGeom>
        </p:spPr>
        <p:txBody>
          <a:bodyPr tIns="0" rIns="0" bIns="0" numCol="2" spcCol="54000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 dirty="0"/>
              <a:t>This is a two-column layout. Click to add content. </a:t>
            </a:r>
          </a:p>
        </p:txBody>
      </p:sp>
      <p:sp>
        <p:nvSpPr>
          <p:cNvPr id="9" name="タイトル プレースホルダ 1">
            <a:extLst>
              <a:ext uri="{FF2B5EF4-FFF2-40B4-BE49-F238E27FC236}">
                <a16:creationId xmlns:a16="http://schemas.microsoft.com/office/drawing/2014/main" id="{118ED9F5-CC62-DC37-5B4B-EB202D6D7A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6690" y="192427"/>
            <a:ext cx="9379060" cy="685801"/>
          </a:xfrm>
          <a:prstGeom prst="rect">
            <a:avLst/>
          </a:prstGeom>
        </p:spPr>
        <p:txBody>
          <a:bodyPr vert="horz" lIns="0" tIns="54000" rIns="0" bIns="0" rtlCol="0" anchor="ctr">
            <a:normAutofit/>
          </a:bodyPr>
          <a:lstStyle>
            <a:lvl1pPr>
              <a:defRPr b="1" i="0">
                <a:latin typeface="Aptos" panose="020B0004020202020204" pitchFamily="34" charset="0"/>
              </a:defRPr>
            </a:lvl1pPr>
          </a:lstStyle>
          <a:p>
            <a:r>
              <a:rPr kumimoji="1" lang="en-US" altLang="ja-JP" dirty="0"/>
              <a:t>Click to add title</a:t>
            </a:r>
            <a:endParaRPr kumimoji="1" lang="ja-JP" altLang="en-US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D2D0F190-8551-F7DC-9CB0-2E5DCFFD97F9}"/>
              </a:ext>
            </a:extLst>
          </p:cNvPr>
          <p:cNvSpPr/>
          <p:nvPr userDrawn="1"/>
        </p:nvSpPr>
        <p:spPr>
          <a:xfrm>
            <a:off x="312373" y="304426"/>
            <a:ext cx="143066" cy="436383"/>
          </a:xfrm>
          <a:custGeom>
            <a:avLst/>
            <a:gdLst>
              <a:gd name="connsiteX0" fmla="*/ 0 w 66951"/>
              <a:gd name="connsiteY0" fmla="*/ 0 h 565121"/>
              <a:gd name="connsiteX1" fmla="*/ 66951 w 66951"/>
              <a:gd name="connsiteY1" fmla="*/ 0 h 565121"/>
              <a:gd name="connsiteX2" fmla="*/ 66951 w 66951"/>
              <a:gd name="connsiteY2" fmla="*/ 565121 h 565121"/>
              <a:gd name="connsiteX3" fmla="*/ 0 w 66951"/>
              <a:gd name="connsiteY3" fmla="*/ 565121 h 565121"/>
              <a:gd name="connsiteX4" fmla="*/ 0 w 66951"/>
              <a:gd name="connsiteY4" fmla="*/ 0 h 565121"/>
              <a:gd name="connsiteX0" fmla="*/ 0 w 131862"/>
              <a:gd name="connsiteY0" fmla="*/ 0 h 565121"/>
              <a:gd name="connsiteX1" fmla="*/ 66951 w 131862"/>
              <a:gd name="connsiteY1" fmla="*/ 0 h 565121"/>
              <a:gd name="connsiteX2" fmla="*/ 66951 w 131862"/>
              <a:gd name="connsiteY2" fmla="*/ 565121 h 565121"/>
              <a:gd name="connsiteX3" fmla="*/ 0 w 131862"/>
              <a:gd name="connsiteY3" fmla="*/ 565121 h 565121"/>
              <a:gd name="connsiteX4" fmla="*/ 0 w 131862"/>
              <a:gd name="connsiteY4" fmla="*/ 0 h 565121"/>
              <a:gd name="connsiteX0" fmla="*/ 0 w 177682"/>
              <a:gd name="connsiteY0" fmla="*/ 0 h 565121"/>
              <a:gd name="connsiteX1" fmla="*/ 66951 w 177682"/>
              <a:gd name="connsiteY1" fmla="*/ 0 h 565121"/>
              <a:gd name="connsiteX2" fmla="*/ 66951 w 177682"/>
              <a:gd name="connsiteY2" fmla="*/ 565121 h 565121"/>
              <a:gd name="connsiteX3" fmla="*/ 0 w 177682"/>
              <a:gd name="connsiteY3" fmla="*/ 565121 h 565121"/>
              <a:gd name="connsiteX4" fmla="*/ 0 w 177682"/>
              <a:gd name="connsiteY4" fmla="*/ 0 h 565121"/>
              <a:gd name="connsiteX0" fmla="*/ 0 w 186120"/>
              <a:gd name="connsiteY0" fmla="*/ 0 h 565121"/>
              <a:gd name="connsiteX1" fmla="*/ 66951 w 186120"/>
              <a:gd name="connsiteY1" fmla="*/ 0 h 565121"/>
              <a:gd name="connsiteX2" fmla="*/ 66951 w 186120"/>
              <a:gd name="connsiteY2" fmla="*/ 565121 h 565121"/>
              <a:gd name="connsiteX3" fmla="*/ 0 w 186120"/>
              <a:gd name="connsiteY3" fmla="*/ 565121 h 565121"/>
              <a:gd name="connsiteX4" fmla="*/ 0 w 186120"/>
              <a:gd name="connsiteY4" fmla="*/ 0 h 565121"/>
              <a:gd name="connsiteX0" fmla="*/ 0 w 190787"/>
              <a:gd name="connsiteY0" fmla="*/ 0 h 565121"/>
              <a:gd name="connsiteX1" fmla="*/ 66951 w 190787"/>
              <a:gd name="connsiteY1" fmla="*/ 0 h 565121"/>
              <a:gd name="connsiteX2" fmla="*/ 66951 w 190787"/>
              <a:gd name="connsiteY2" fmla="*/ 565121 h 565121"/>
              <a:gd name="connsiteX3" fmla="*/ 0 w 190787"/>
              <a:gd name="connsiteY3" fmla="*/ 565121 h 565121"/>
              <a:gd name="connsiteX4" fmla="*/ 0 w 190787"/>
              <a:gd name="connsiteY4" fmla="*/ 0 h 565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0787" h="565121">
                <a:moveTo>
                  <a:pt x="0" y="0"/>
                </a:moveTo>
                <a:lnTo>
                  <a:pt x="66951" y="0"/>
                </a:lnTo>
                <a:cubicBezTo>
                  <a:pt x="235226" y="153449"/>
                  <a:pt x="228876" y="408497"/>
                  <a:pt x="66951" y="565121"/>
                </a:cubicBezTo>
                <a:lnTo>
                  <a:pt x="0" y="5651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algn="ctr"/>
            <a:endParaRPr kumimoji="1" lang="en-JP">
              <a:solidFill>
                <a:schemeClr val="bg1"/>
              </a:solidFill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47BB662F-B283-DFEE-1AF9-F4BCB98FB44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23301" y="44840"/>
            <a:ext cx="1779439" cy="980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5482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5709C50A-25A5-7641-AAFB-B85296034B7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56969" y="6194344"/>
            <a:ext cx="2678060" cy="160611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A5DA52-BBAF-EA48-AEC6-EA08F428CF5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0038" y="2293937"/>
            <a:ext cx="11591925" cy="2270125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3000" b="0" i="0"/>
            </a:lvl1pPr>
          </a:lstStyle>
          <a:p>
            <a:pPr lvl="0"/>
            <a:r>
              <a:rPr lang="en-US" dirty="0"/>
              <a:t>Thank You</a:t>
            </a:r>
            <a:endParaRPr lang="en-JP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BD03A3F-FF72-352A-2779-81D5BC12259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74295" y="6503240"/>
            <a:ext cx="3876475" cy="235652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37485293-AFF2-49B2-9DBC-23659691D41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09765" y="5110665"/>
            <a:ext cx="2172467" cy="1197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89417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A5DA52-BBAF-EA48-AEC6-EA08F428CF5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0038" y="371959"/>
            <a:ext cx="11591925" cy="6044716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lnSpc>
                <a:spcPct val="100000"/>
              </a:lnSpc>
              <a:buNone/>
              <a:defRPr sz="3000" b="0" i="0"/>
            </a:lvl1pPr>
          </a:lstStyle>
          <a:p>
            <a:pPr lvl="0"/>
            <a:r>
              <a:rPr lang="en-US" dirty="0"/>
              <a:t>Blank slide</a:t>
            </a:r>
            <a:endParaRPr lang="en-JP" dirty="0"/>
          </a:p>
        </p:txBody>
      </p:sp>
    </p:spTree>
    <p:extLst>
      <p:ext uri="{BB962C8B-B14F-4D97-AF65-F5344CB8AC3E}">
        <p14:creationId xmlns:p14="http://schemas.microsoft.com/office/powerpoint/2010/main" val="32265694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dvanced 3-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5925D82-457F-D84D-B8DF-D8ADFD7E71D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1150" y="3178298"/>
            <a:ext cx="5708650" cy="272786"/>
          </a:xfrm>
          <a:prstGeom prst="rect">
            <a:avLst/>
          </a:prstGeom>
        </p:spPr>
        <p:txBody>
          <a:bodyPr tIns="0" rIns="0" bIns="0" numCol="1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 b="1" i="0">
                <a:solidFill>
                  <a:schemeClr val="tx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 dirty="0"/>
              <a:t>This is your Secondary Title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FD2406EE-A554-5348-AE6D-4D8B343E620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11149" y="3575904"/>
            <a:ext cx="3763545" cy="2840771"/>
          </a:xfrm>
          <a:prstGeom prst="rect">
            <a:avLst/>
          </a:prstGeom>
        </p:spPr>
        <p:txBody>
          <a:bodyPr tIns="0" rIns="0" bIns="0" numCol="1">
            <a:noAutofit/>
          </a:bodyPr>
          <a:lstStyle>
            <a:lvl1pPr marL="171450" indent="-1714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 i="0">
                <a:solidFill>
                  <a:schemeClr val="tx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 dirty="0"/>
              <a:t>This is your Secondary text. 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3BB454FD-9C16-FC47-B46E-6675394572B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13726" y="3575904"/>
            <a:ext cx="3763545" cy="2840771"/>
          </a:xfrm>
          <a:prstGeom prst="rect">
            <a:avLst/>
          </a:prstGeom>
        </p:spPr>
        <p:txBody>
          <a:bodyPr tIns="0" rIns="0" bIns="0" numCol="1">
            <a:noAutofit/>
          </a:bodyPr>
          <a:lstStyle>
            <a:lvl1pPr marL="171450" indent="-1714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 i="0">
                <a:solidFill>
                  <a:schemeClr val="tx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 dirty="0"/>
              <a:t>This is your Secondary text. 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568F3A49-7287-1C4D-93C8-50E3C0B4F15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099967" y="3575904"/>
            <a:ext cx="3763545" cy="2840771"/>
          </a:xfrm>
          <a:prstGeom prst="rect">
            <a:avLst/>
          </a:prstGeom>
        </p:spPr>
        <p:txBody>
          <a:bodyPr tIns="0" rIns="0" bIns="0" numCol="1">
            <a:noAutofit/>
          </a:bodyPr>
          <a:lstStyle>
            <a:lvl1pPr marL="171450" indent="-1714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 i="0">
                <a:solidFill>
                  <a:schemeClr val="tx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 dirty="0"/>
              <a:t>This is your Secondary text. </a:t>
            </a:r>
          </a:p>
        </p:txBody>
      </p:sp>
      <p:sp>
        <p:nvSpPr>
          <p:cNvPr id="21" name="Footer Placeholder 8">
            <a:extLst>
              <a:ext uri="{FF2B5EF4-FFF2-40B4-BE49-F238E27FC236}">
                <a16:creationId xmlns:a16="http://schemas.microsoft.com/office/drawing/2014/main" id="{519BC59F-4516-0043-8BAC-F9FE45B6A9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766050" y="6523001"/>
            <a:ext cx="4114800" cy="196131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800" b="1" spc="100" baseline="0">
                <a:solidFill>
                  <a:schemeClr val="tx1"/>
                </a:solidFill>
              </a:defRPr>
            </a:lvl1pPr>
          </a:lstStyle>
          <a:p>
            <a:r>
              <a:rPr lang="en-JP"/>
              <a:t> </a:t>
            </a:r>
          </a:p>
        </p:txBody>
      </p:sp>
      <p:sp>
        <p:nvSpPr>
          <p:cNvPr id="27" name="スライド番号プレースホルダ 5">
            <a:extLst>
              <a:ext uri="{FF2B5EF4-FFF2-40B4-BE49-F238E27FC236}">
                <a16:creationId xmlns:a16="http://schemas.microsoft.com/office/drawing/2014/main" id="{854E474F-30B0-604E-9699-287AC57CAA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1150" y="6523001"/>
            <a:ext cx="294928" cy="196131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l">
              <a:defRPr sz="800" b="0" i="0">
                <a:solidFill>
                  <a:schemeClr val="tx1"/>
                </a:solidFill>
                <a:latin typeface="Aptos" panose="020B0004020202020204" pitchFamily="34" charset="0"/>
                <a:ea typeface="メイリオ" pitchFamily="50" charset="-128"/>
                <a:cs typeface="Calibri" panose="020F0502020204030204" pitchFamily="34" charset="0"/>
              </a:defRPr>
            </a:lvl1pPr>
          </a:lstStyle>
          <a:p>
            <a:pPr defTabSz="1218810"/>
            <a:fld id="{E9B57936-92EF-4126-AE48-1D9D36D15E98}" type="slidenum">
              <a:rPr lang="ja-JP" altLang="en-US" smtClean="0"/>
              <a:pPr defTabSz="1218810"/>
              <a:t>‹#›</a:t>
            </a:fld>
            <a:endParaRPr lang="ja-JP" altLang="en-US"/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C9681050-C142-4F4F-B3C6-6F52F3C55C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6078" y="6523001"/>
            <a:ext cx="6968348" cy="205613"/>
          </a:xfrm>
          <a:prstGeom prst="rect">
            <a:avLst/>
          </a:prstGeom>
        </p:spPr>
        <p:txBody>
          <a:bodyPr wrap="none" tIns="0" rIns="0" bIns="72000" numCol="1" anchor="ctr">
            <a:noAutofit/>
          </a:bodyPr>
          <a:lstStyle>
            <a:lvl1pPr marL="0" indent="0">
              <a:lnSpc>
                <a:spcPts val="16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 b="0" i="0">
                <a:solidFill>
                  <a:schemeClr val="accent3"/>
                </a:solidFill>
                <a:latin typeface="Aptos" panose="020B0004020202020204" pitchFamily="34" charset="0"/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 dirty="0"/>
              <a:t>Private and confidential. For internal use only.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110504E2-40F0-054E-8424-D247EF2CA21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11151" y="1491373"/>
            <a:ext cx="11569700" cy="1464957"/>
          </a:xfrm>
        </p:spPr>
        <p:txBody>
          <a:bodyPr tIns="0" rIns="0" bIns="0" numCol="1" spcCol="126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 i="0"/>
            </a:lvl1pPr>
            <a:lvl2pPr marL="457068" indent="0">
              <a:buNone/>
              <a:defRPr sz="1800" b="1"/>
            </a:lvl2pPr>
            <a:lvl3pPr marL="914149" indent="0">
              <a:buNone/>
              <a:defRPr sz="1800" b="1"/>
            </a:lvl3pPr>
            <a:lvl4pPr marL="1371219" indent="0">
              <a:buNone/>
              <a:defRPr sz="1800" b="1"/>
            </a:lvl4pPr>
            <a:lvl5pPr marL="1828290" indent="0">
              <a:buNone/>
              <a:defRPr sz="1800" b="1"/>
            </a:lvl5pPr>
          </a:lstStyle>
          <a:p>
            <a:pPr lvl="0"/>
            <a:r>
              <a:rPr lang="en-US" dirty="0"/>
              <a:t>This is your Primary Text.</a:t>
            </a:r>
            <a:endParaRPr lang="en-JP" dirty="0"/>
          </a:p>
        </p:txBody>
      </p: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073E75F2-7FFB-DC4C-8964-799372FCF58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11150" y="1093767"/>
            <a:ext cx="11569700" cy="272786"/>
          </a:xfrm>
        </p:spPr>
        <p:txBody>
          <a:bodyPr tIns="0" rIns="0" bIns="0" numCol="1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000" b="1" i="0">
                <a:solidFill>
                  <a:schemeClr val="accent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 dirty="0"/>
              <a:t>This is your Primary Title</a:t>
            </a:r>
          </a:p>
        </p:txBody>
      </p:sp>
      <p:sp>
        <p:nvSpPr>
          <p:cNvPr id="5" name="タイトル プレースホルダ 1">
            <a:extLst>
              <a:ext uri="{FF2B5EF4-FFF2-40B4-BE49-F238E27FC236}">
                <a16:creationId xmlns:a16="http://schemas.microsoft.com/office/drawing/2014/main" id="{E858A0F9-5241-6093-5A33-96A186F887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6690" y="192427"/>
            <a:ext cx="9379060" cy="685801"/>
          </a:xfrm>
          <a:prstGeom prst="rect">
            <a:avLst/>
          </a:prstGeom>
        </p:spPr>
        <p:txBody>
          <a:bodyPr vert="horz" lIns="0" tIns="54000" rIns="0" bIns="0" rtlCol="0" anchor="ctr">
            <a:normAutofit/>
          </a:bodyPr>
          <a:lstStyle>
            <a:lvl1pPr>
              <a:defRPr b="1" i="0">
                <a:latin typeface="Aptos" panose="020B0004020202020204" pitchFamily="34" charset="0"/>
              </a:defRPr>
            </a:lvl1pPr>
          </a:lstStyle>
          <a:p>
            <a:r>
              <a:rPr kumimoji="1" lang="en-US" altLang="ja-JP" dirty="0"/>
              <a:t>Click to add title</a:t>
            </a:r>
            <a:endParaRPr kumimoji="1" lang="ja-JP" altLang="en-US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78CC6E74-9838-ECA1-9DF4-5604DF81DB67}"/>
              </a:ext>
            </a:extLst>
          </p:cNvPr>
          <p:cNvSpPr/>
          <p:nvPr userDrawn="1"/>
        </p:nvSpPr>
        <p:spPr>
          <a:xfrm>
            <a:off x="312373" y="304426"/>
            <a:ext cx="143066" cy="436383"/>
          </a:xfrm>
          <a:custGeom>
            <a:avLst/>
            <a:gdLst>
              <a:gd name="connsiteX0" fmla="*/ 0 w 66951"/>
              <a:gd name="connsiteY0" fmla="*/ 0 h 565121"/>
              <a:gd name="connsiteX1" fmla="*/ 66951 w 66951"/>
              <a:gd name="connsiteY1" fmla="*/ 0 h 565121"/>
              <a:gd name="connsiteX2" fmla="*/ 66951 w 66951"/>
              <a:gd name="connsiteY2" fmla="*/ 565121 h 565121"/>
              <a:gd name="connsiteX3" fmla="*/ 0 w 66951"/>
              <a:gd name="connsiteY3" fmla="*/ 565121 h 565121"/>
              <a:gd name="connsiteX4" fmla="*/ 0 w 66951"/>
              <a:gd name="connsiteY4" fmla="*/ 0 h 565121"/>
              <a:gd name="connsiteX0" fmla="*/ 0 w 131862"/>
              <a:gd name="connsiteY0" fmla="*/ 0 h 565121"/>
              <a:gd name="connsiteX1" fmla="*/ 66951 w 131862"/>
              <a:gd name="connsiteY1" fmla="*/ 0 h 565121"/>
              <a:gd name="connsiteX2" fmla="*/ 66951 w 131862"/>
              <a:gd name="connsiteY2" fmla="*/ 565121 h 565121"/>
              <a:gd name="connsiteX3" fmla="*/ 0 w 131862"/>
              <a:gd name="connsiteY3" fmla="*/ 565121 h 565121"/>
              <a:gd name="connsiteX4" fmla="*/ 0 w 131862"/>
              <a:gd name="connsiteY4" fmla="*/ 0 h 565121"/>
              <a:gd name="connsiteX0" fmla="*/ 0 w 177682"/>
              <a:gd name="connsiteY0" fmla="*/ 0 h 565121"/>
              <a:gd name="connsiteX1" fmla="*/ 66951 w 177682"/>
              <a:gd name="connsiteY1" fmla="*/ 0 h 565121"/>
              <a:gd name="connsiteX2" fmla="*/ 66951 w 177682"/>
              <a:gd name="connsiteY2" fmla="*/ 565121 h 565121"/>
              <a:gd name="connsiteX3" fmla="*/ 0 w 177682"/>
              <a:gd name="connsiteY3" fmla="*/ 565121 h 565121"/>
              <a:gd name="connsiteX4" fmla="*/ 0 w 177682"/>
              <a:gd name="connsiteY4" fmla="*/ 0 h 565121"/>
              <a:gd name="connsiteX0" fmla="*/ 0 w 186120"/>
              <a:gd name="connsiteY0" fmla="*/ 0 h 565121"/>
              <a:gd name="connsiteX1" fmla="*/ 66951 w 186120"/>
              <a:gd name="connsiteY1" fmla="*/ 0 h 565121"/>
              <a:gd name="connsiteX2" fmla="*/ 66951 w 186120"/>
              <a:gd name="connsiteY2" fmla="*/ 565121 h 565121"/>
              <a:gd name="connsiteX3" fmla="*/ 0 w 186120"/>
              <a:gd name="connsiteY3" fmla="*/ 565121 h 565121"/>
              <a:gd name="connsiteX4" fmla="*/ 0 w 186120"/>
              <a:gd name="connsiteY4" fmla="*/ 0 h 565121"/>
              <a:gd name="connsiteX0" fmla="*/ 0 w 190787"/>
              <a:gd name="connsiteY0" fmla="*/ 0 h 565121"/>
              <a:gd name="connsiteX1" fmla="*/ 66951 w 190787"/>
              <a:gd name="connsiteY1" fmla="*/ 0 h 565121"/>
              <a:gd name="connsiteX2" fmla="*/ 66951 w 190787"/>
              <a:gd name="connsiteY2" fmla="*/ 565121 h 565121"/>
              <a:gd name="connsiteX3" fmla="*/ 0 w 190787"/>
              <a:gd name="connsiteY3" fmla="*/ 565121 h 565121"/>
              <a:gd name="connsiteX4" fmla="*/ 0 w 190787"/>
              <a:gd name="connsiteY4" fmla="*/ 0 h 565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0787" h="565121">
                <a:moveTo>
                  <a:pt x="0" y="0"/>
                </a:moveTo>
                <a:lnTo>
                  <a:pt x="66951" y="0"/>
                </a:lnTo>
                <a:cubicBezTo>
                  <a:pt x="235226" y="153449"/>
                  <a:pt x="228876" y="408497"/>
                  <a:pt x="66951" y="565121"/>
                </a:cubicBezTo>
                <a:lnTo>
                  <a:pt x="0" y="5651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algn="ctr"/>
            <a:endParaRPr kumimoji="1" lang="en-JP">
              <a:solidFill>
                <a:schemeClr val="bg1"/>
              </a:solidFill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5B76537F-71B3-A911-0F04-9B817569029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23301" y="44840"/>
            <a:ext cx="1779439" cy="980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63228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dvanced 2/3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B3311DE3-EC35-4C49-805E-57AB2D90E99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317111" y="1093767"/>
            <a:ext cx="7874889" cy="5324194"/>
          </a:xfrm>
          <a:custGeom>
            <a:avLst/>
            <a:gdLst>
              <a:gd name="connsiteX0" fmla="*/ 0 w 7988356"/>
              <a:gd name="connsiteY0" fmla="*/ 393682 h 5322908"/>
              <a:gd name="connsiteX1" fmla="*/ 393682 w 7988356"/>
              <a:gd name="connsiteY1" fmla="*/ 0 h 5322908"/>
              <a:gd name="connsiteX2" fmla="*/ 7594674 w 7988356"/>
              <a:gd name="connsiteY2" fmla="*/ 0 h 5322908"/>
              <a:gd name="connsiteX3" fmla="*/ 7988356 w 7988356"/>
              <a:gd name="connsiteY3" fmla="*/ 393682 h 5322908"/>
              <a:gd name="connsiteX4" fmla="*/ 7988356 w 7988356"/>
              <a:gd name="connsiteY4" fmla="*/ 4929226 h 5322908"/>
              <a:gd name="connsiteX5" fmla="*/ 7594674 w 7988356"/>
              <a:gd name="connsiteY5" fmla="*/ 5322908 h 5322908"/>
              <a:gd name="connsiteX6" fmla="*/ 393682 w 7988356"/>
              <a:gd name="connsiteY6" fmla="*/ 5322908 h 5322908"/>
              <a:gd name="connsiteX7" fmla="*/ 0 w 7988356"/>
              <a:gd name="connsiteY7" fmla="*/ 4929226 h 5322908"/>
              <a:gd name="connsiteX8" fmla="*/ 0 w 7988356"/>
              <a:gd name="connsiteY8" fmla="*/ 393682 h 5322908"/>
              <a:gd name="connsiteX0" fmla="*/ 0 w 7988356"/>
              <a:gd name="connsiteY0" fmla="*/ 393682 h 5322908"/>
              <a:gd name="connsiteX1" fmla="*/ 393682 w 7988356"/>
              <a:gd name="connsiteY1" fmla="*/ 0 h 5322908"/>
              <a:gd name="connsiteX2" fmla="*/ 7754331 w 7988356"/>
              <a:gd name="connsiteY2" fmla="*/ 0 h 5322908"/>
              <a:gd name="connsiteX3" fmla="*/ 7988356 w 7988356"/>
              <a:gd name="connsiteY3" fmla="*/ 393682 h 5322908"/>
              <a:gd name="connsiteX4" fmla="*/ 7988356 w 7988356"/>
              <a:gd name="connsiteY4" fmla="*/ 4929226 h 5322908"/>
              <a:gd name="connsiteX5" fmla="*/ 7594674 w 7988356"/>
              <a:gd name="connsiteY5" fmla="*/ 5322908 h 5322908"/>
              <a:gd name="connsiteX6" fmla="*/ 393682 w 7988356"/>
              <a:gd name="connsiteY6" fmla="*/ 5322908 h 5322908"/>
              <a:gd name="connsiteX7" fmla="*/ 0 w 7988356"/>
              <a:gd name="connsiteY7" fmla="*/ 4929226 h 5322908"/>
              <a:gd name="connsiteX8" fmla="*/ 0 w 7988356"/>
              <a:gd name="connsiteY8" fmla="*/ 393682 h 5322908"/>
              <a:gd name="connsiteX0" fmla="*/ 0 w 8375094"/>
              <a:gd name="connsiteY0" fmla="*/ 505049 h 5434275"/>
              <a:gd name="connsiteX1" fmla="*/ 393682 w 8375094"/>
              <a:gd name="connsiteY1" fmla="*/ 111367 h 5434275"/>
              <a:gd name="connsiteX2" fmla="*/ 7754331 w 8375094"/>
              <a:gd name="connsiteY2" fmla="*/ 111367 h 5434275"/>
              <a:gd name="connsiteX3" fmla="*/ 7988356 w 8375094"/>
              <a:gd name="connsiteY3" fmla="*/ 505049 h 5434275"/>
              <a:gd name="connsiteX4" fmla="*/ 7988356 w 8375094"/>
              <a:gd name="connsiteY4" fmla="*/ 5040593 h 5434275"/>
              <a:gd name="connsiteX5" fmla="*/ 7594674 w 8375094"/>
              <a:gd name="connsiteY5" fmla="*/ 5434275 h 5434275"/>
              <a:gd name="connsiteX6" fmla="*/ 393682 w 8375094"/>
              <a:gd name="connsiteY6" fmla="*/ 5434275 h 5434275"/>
              <a:gd name="connsiteX7" fmla="*/ 0 w 8375094"/>
              <a:gd name="connsiteY7" fmla="*/ 5040593 h 5434275"/>
              <a:gd name="connsiteX8" fmla="*/ 0 w 8375094"/>
              <a:gd name="connsiteY8" fmla="*/ 505049 h 5434275"/>
              <a:gd name="connsiteX0" fmla="*/ 0 w 8391919"/>
              <a:gd name="connsiteY0" fmla="*/ 758810 h 5688036"/>
              <a:gd name="connsiteX1" fmla="*/ 393682 w 8391919"/>
              <a:gd name="connsiteY1" fmla="*/ 365128 h 5688036"/>
              <a:gd name="connsiteX2" fmla="*/ 7754331 w 8391919"/>
              <a:gd name="connsiteY2" fmla="*/ 365128 h 5688036"/>
              <a:gd name="connsiteX3" fmla="*/ 7988356 w 8391919"/>
              <a:gd name="connsiteY3" fmla="*/ 5294354 h 5688036"/>
              <a:gd name="connsiteX4" fmla="*/ 7594674 w 8391919"/>
              <a:gd name="connsiteY4" fmla="*/ 5688036 h 5688036"/>
              <a:gd name="connsiteX5" fmla="*/ 393682 w 8391919"/>
              <a:gd name="connsiteY5" fmla="*/ 5688036 h 5688036"/>
              <a:gd name="connsiteX6" fmla="*/ 0 w 8391919"/>
              <a:gd name="connsiteY6" fmla="*/ 5294354 h 5688036"/>
              <a:gd name="connsiteX7" fmla="*/ 0 w 8391919"/>
              <a:gd name="connsiteY7" fmla="*/ 758810 h 5688036"/>
              <a:gd name="connsiteX0" fmla="*/ 0 w 8391919"/>
              <a:gd name="connsiteY0" fmla="*/ 758810 h 5688036"/>
              <a:gd name="connsiteX1" fmla="*/ 393682 w 8391919"/>
              <a:gd name="connsiteY1" fmla="*/ 365128 h 5688036"/>
              <a:gd name="connsiteX2" fmla="*/ 7754331 w 8391919"/>
              <a:gd name="connsiteY2" fmla="*/ 365128 h 5688036"/>
              <a:gd name="connsiteX3" fmla="*/ 7988356 w 8391919"/>
              <a:gd name="connsiteY3" fmla="*/ 5294354 h 5688036"/>
              <a:gd name="connsiteX4" fmla="*/ 7594674 w 8391919"/>
              <a:gd name="connsiteY4" fmla="*/ 5688036 h 5688036"/>
              <a:gd name="connsiteX5" fmla="*/ 393682 w 8391919"/>
              <a:gd name="connsiteY5" fmla="*/ 5688036 h 5688036"/>
              <a:gd name="connsiteX6" fmla="*/ 0 w 8391919"/>
              <a:gd name="connsiteY6" fmla="*/ 5294354 h 5688036"/>
              <a:gd name="connsiteX7" fmla="*/ 0 w 8391919"/>
              <a:gd name="connsiteY7" fmla="*/ 758810 h 5688036"/>
              <a:gd name="connsiteX0" fmla="*/ 0 w 8391919"/>
              <a:gd name="connsiteY0" fmla="*/ 758810 h 5688036"/>
              <a:gd name="connsiteX1" fmla="*/ 393682 w 8391919"/>
              <a:gd name="connsiteY1" fmla="*/ 365128 h 5688036"/>
              <a:gd name="connsiteX2" fmla="*/ 7754331 w 8391919"/>
              <a:gd name="connsiteY2" fmla="*/ 365128 h 5688036"/>
              <a:gd name="connsiteX3" fmla="*/ 7988356 w 8391919"/>
              <a:gd name="connsiteY3" fmla="*/ 5294354 h 5688036"/>
              <a:gd name="connsiteX4" fmla="*/ 7594674 w 8391919"/>
              <a:gd name="connsiteY4" fmla="*/ 5688036 h 5688036"/>
              <a:gd name="connsiteX5" fmla="*/ 393682 w 8391919"/>
              <a:gd name="connsiteY5" fmla="*/ 5688036 h 5688036"/>
              <a:gd name="connsiteX6" fmla="*/ 0 w 8391919"/>
              <a:gd name="connsiteY6" fmla="*/ 5294354 h 5688036"/>
              <a:gd name="connsiteX7" fmla="*/ 0 w 8391919"/>
              <a:gd name="connsiteY7" fmla="*/ 758810 h 5688036"/>
              <a:gd name="connsiteX0" fmla="*/ 0 w 8391919"/>
              <a:gd name="connsiteY0" fmla="*/ 758810 h 5688036"/>
              <a:gd name="connsiteX1" fmla="*/ 393682 w 8391919"/>
              <a:gd name="connsiteY1" fmla="*/ 365128 h 5688036"/>
              <a:gd name="connsiteX2" fmla="*/ 7754331 w 8391919"/>
              <a:gd name="connsiteY2" fmla="*/ 365128 h 5688036"/>
              <a:gd name="connsiteX3" fmla="*/ 7988356 w 8391919"/>
              <a:gd name="connsiteY3" fmla="*/ 5294354 h 5688036"/>
              <a:gd name="connsiteX4" fmla="*/ 7594674 w 8391919"/>
              <a:gd name="connsiteY4" fmla="*/ 5688036 h 5688036"/>
              <a:gd name="connsiteX5" fmla="*/ 393682 w 8391919"/>
              <a:gd name="connsiteY5" fmla="*/ 5688036 h 5688036"/>
              <a:gd name="connsiteX6" fmla="*/ 0 w 8391919"/>
              <a:gd name="connsiteY6" fmla="*/ 5294354 h 5688036"/>
              <a:gd name="connsiteX7" fmla="*/ 0 w 8391919"/>
              <a:gd name="connsiteY7" fmla="*/ 758810 h 5688036"/>
              <a:gd name="connsiteX0" fmla="*/ 0 w 8391919"/>
              <a:gd name="connsiteY0" fmla="*/ 758810 h 5688036"/>
              <a:gd name="connsiteX1" fmla="*/ 393682 w 8391919"/>
              <a:gd name="connsiteY1" fmla="*/ 365128 h 5688036"/>
              <a:gd name="connsiteX2" fmla="*/ 7754331 w 8391919"/>
              <a:gd name="connsiteY2" fmla="*/ 365128 h 5688036"/>
              <a:gd name="connsiteX3" fmla="*/ 7988356 w 8391919"/>
              <a:gd name="connsiteY3" fmla="*/ 5294354 h 5688036"/>
              <a:gd name="connsiteX4" fmla="*/ 7594674 w 8391919"/>
              <a:gd name="connsiteY4" fmla="*/ 5688036 h 5688036"/>
              <a:gd name="connsiteX5" fmla="*/ 393682 w 8391919"/>
              <a:gd name="connsiteY5" fmla="*/ 5688036 h 5688036"/>
              <a:gd name="connsiteX6" fmla="*/ 0 w 8391919"/>
              <a:gd name="connsiteY6" fmla="*/ 5294354 h 5688036"/>
              <a:gd name="connsiteX7" fmla="*/ 0 w 8391919"/>
              <a:gd name="connsiteY7" fmla="*/ 758810 h 5688036"/>
              <a:gd name="connsiteX0" fmla="*/ 0 w 7996897"/>
              <a:gd name="connsiteY0" fmla="*/ 758810 h 5688036"/>
              <a:gd name="connsiteX1" fmla="*/ 393682 w 7996897"/>
              <a:gd name="connsiteY1" fmla="*/ 365128 h 5688036"/>
              <a:gd name="connsiteX2" fmla="*/ 7754331 w 7996897"/>
              <a:gd name="connsiteY2" fmla="*/ 365128 h 5688036"/>
              <a:gd name="connsiteX3" fmla="*/ 7988356 w 7996897"/>
              <a:gd name="connsiteY3" fmla="*/ 5294354 h 5688036"/>
              <a:gd name="connsiteX4" fmla="*/ 7594674 w 7996897"/>
              <a:gd name="connsiteY4" fmla="*/ 5688036 h 5688036"/>
              <a:gd name="connsiteX5" fmla="*/ 393682 w 7996897"/>
              <a:gd name="connsiteY5" fmla="*/ 5688036 h 5688036"/>
              <a:gd name="connsiteX6" fmla="*/ 0 w 7996897"/>
              <a:gd name="connsiteY6" fmla="*/ 5294354 h 5688036"/>
              <a:gd name="connsiteX7" fmla="*/ 0 w 7996897"/>
              <a:gd name="connsiteY7" fmla="*/ 758810 h 5688036"/>
              <a:gd name="connsiteX0" fmla="*/ 0 w 8074482"/>
              <a:gd name="connsiteY0" fmla="*/ 752721 h 5681947"/>
              <a:gd name="connsiteX1" fmla="*/ 393682 w 8074482"/>
              <a:gd name="connsiteY1" fmla="*/ 359039 h 5681947"/>
              <a:gd name="connsiteX2" fmla="*/ 7952039 w 8074482"/>
              <a:gd name="connsiteY2" fmla="*/ 367277 h 5681947"/>
              <a:gd name="connsiteX3" fmla="*/ 7988356 w 8074482"/>
              <a:gd name="connsiteY3" fmla="*/ 5288265 h 5681947"/>
              <a:gd name="connsiteX4" fmla="*/ 7594674 w 8074482"/>
              <a:gd name="connsiteY4" fmla="*/ 5681947 h 5681947"/>
              <a:gd name="connsiteX5" fmla="*/ 393682 w 8074482"/>
              <a:gd name="connsiteY5" fmla="*/ 5681947 h 5681947"/>
              <a:gd name="connsiteX6" fmla="*/ 0 w 8074482"/>
              <a:gd name="connsiteY6" fmla="*/ 5288265 h 5681947"/>
              <a:gd name="connsiteX7" fmla="*/ 0 w 8074482"/>
              <a:gd name="connsiteY7" fmla="*/ 752721 h 5681947"/>
              <a:gd name="connsiteX0" fmla="*/ 0 w 8074482"/>
              <a:gd name="connsiteY0" fmla="*/ 393682 h 5322908"/>
              <a:gd name="connsiteX1" fmla="*/ 393682 w 8074482"/>
              <a:gd name="connsiteY1" fmla="*/ 0 h 5322908"/>
              <a:gd name="connsiteX2" fmla="*/ 7952039 w 8074482"/>
              <a:gd name="connsiteY2" fmla="*/ 8238 h 5322908"/>
              <a:gd name="connsiteX3" fmla="*/ 7988356 w 8074482"/>
              <a:gd name="connsiteY3" fmla="*/ 4929226 h 5322908"/>
              <a:gd name="connsiteX4" fmla="*/ 7594674 w 8074482"/>
              <a:gd name="connsiteY4" fmla="*/ 5322908 h 5322908"/>
              <a:gd name="connsiteX5" fmla="*/ 393682 w 8074482"/>
              <a:gd name="connsiteY5" fmla="*/ 5322908 h 5322908"/>
              <a:gd name="connsiteX6" fmla="*/ 0 w 8074482"/>
              <a:gd name="connsiteY6" fmla="*/ 4929226 h 5322908"/>
              <a:gd name="connsiteX7" fmla="*/ 0 w 8074482"/>
              <a:gd name="connsiteY7" fmla="*/ 393682 h 5322908"/>
              <a:gd name="connsiteX0" fmla="*/ 0 w 7997034"/>
              <a:gd name="connsiteY0" fmla="*/ 393682 h 5322908"/>
              <a:gd name="connsiteX1" fmla="*/ 393682 w 7997034"/>
              <a:gd name="connsiteY1" fmla="*/ 0 h 5322908"/>
              <a:gd name="connsiteX2" fmla="*/ 7952039 w 7997034"/>
              <a:gd name="connsiteY2" fmla="*/ 8238 h 5322908"/>
              <a:gd name="connsiteX3" fmla="*/ 7988356 w 7997034"/>
              <a:gd name="connsiteY3" fmla="*/ 4929226 h 5322908"/>
              <a:gd name="connsiteX4" fmla="*/ 7594674 w 7997034"/>
              <a:gd name="connsiteY4" fmla="*/ 5322908 h 5322908"/>
              <a:gd name="connsiteX5" fmla="*/ 393682 w 7997034"/>
              <a:gd name="connsiteY5" fmla="*/ 5322908 h 5322908"/>
              <a:gd name="connsiteX6" fmla="*/ 0 w 7997034"/>
              <a:gd name="connsiteY6" fmla="*/ 4929226 h 5322908"/>
              <a:gd name="connsiteX7" fmla="*/ 0 w 7997034"/>
              <a:gd name="connsiteY7" fmla="*/ 393682 h 5322908"/>
              <a:gd name="connsiteX0" fmla="*/ 0 w 8001873"/>
              <a:gd name="connsiteY0" fmla="*/ 393682 h 5322908"/>
              <a:gd name="connsiteX1" fmla="*/ 393682 w 8001873"/>
              <a:gd name="connsiteY1" fmla="*/ 0 h 5322908"/>
              <a:gd name="connsiteX2" fmla="*/ 7975852 w 8001873"/>
              <a:gd name="connsiteY2" fmla="*/ 8238 h 5322908"/>
              <a:gd name="connsiteX3" fmla="*/ 7988356 w 8001873"/>
              <a:gd name="connsiteY3" fmla="*/ 4929226 h 5322908"/>
              <a:gd name="connsiteX4" fmla="*/ 7594674 w 8001873"/>
              <a:gd name="connsiteY4" fmla="*/ 5322908 h 5322908"/>
              <a:gd name="connsiteX5" fmla="*/ 393682 w 8001873"/>
              <a:gd name="connsiteY5" fmla="*/ 5322908 h 5322908"/>
              <a:gd name="connsiteX6" fmla="*/ 0 w 8001873"/>
              <a:gd name="connsiteY6" fmla="*/ 4929226 h 5322908"/>
              <a:gd name="connsiteX7" fmla="*/ 0 w 8001873"/>
              <a:gd name="connsiteY7" fmla="*/ 393682 h 5322908"/>
              <a:gd name="connsiteX0" fmla="*/ 0 w 8000568"/>
              <a:gd name="connsiteY0" fmla="*/ 393682 h 5322908"/>
              <a:gd name="connsiteX1" fmla="*/ 393682 w 8000568"/>
              <a:gd name="connsiteY1" fmla="*/ 0 h 5322908"/>
              <a:gd name="connsiteX2" fmla="*/ 7971090 w 8000568"/>
              <a:gd name="connsiteY2" fmla="*/ 8238 h 5322908"/>
              <a:gd name="connsiteX3" fmla="*/ 7988356 w 8000568"/>
              <a:gd name="connsiteY3" fmla="*/ 4929226 h 5322908"/>
              <a:gd name="connsiteX4" fmla="*/ 7594674 w 8000568"/>
              <a:gd name="connsiteY4" fmla="*/ 5322908 h 5322908"/>
              <a:gd name="connsiteX5" fmla="*/ 393682 w 8000568"/>
              <a:gd name="connsiteY5" fmla="*/ 5322908 h 5322908"/>
              <a:gd name="connsiteX6" fmla="*/ 0 w 8000568"/>
              <a:gd name="connsiteY6" fmla="*/ 4929226 h 5322908"/>
              <a:gd name="connsiteX7" fmla="*/ 0 w 8000568"/>
              <a:gd name="connsiteY7" fmla="*/ 393682 h 5322908"/>
              <a:gd name="connsiteX0" fmla="*/ 0 w 8000568"/>
              <a:gd name="connsiteY0" fmla="*/ 393682 h 5322908"/>
              <a:gd name="connsiteX1" fmla="*/ 393682 w 8000568"/>
              <a:gd name="connsiteY1" fmla="*/ 0 h 5322908"/>
              <a:gd name="connsiteX2" fmla="*/ 7971090 w 8000568"/>
              <a:gd name="connsiteY2" fmla="*/ 3476 h 5322908"/>
              <a:gd name="connsiteX3" fmla="*/ 7988356 w 8000568"/>
              <a:gd name="connsiteY3" fmla="*/ 4929226 h 5322908"/>
              <a:gd name="connsiteX4" fmla="*/ 7594674 w 8000568"/>
              <a:gd name="connsiteY4" fmla="*/ 5322908 h 5322908"/>
              <a:gd name="connsiteX5" fmla="*/ 393682 w 8000568"/>
              <a:gd name="connsiteY5" fmla="*/ 5322908 h 5322908"/>
              <a:gd name="connsiteX6" fmla="*/ 0 w 8000568"/>
              <a:gd name="connsiteY6" fmla="*/ 4929226 h 5322908"/>
              <a:gd name="connsiteX7" fmla="*/ 0 w 8000568"/>
              <a:gd name="connsiteY7" fmla="*/ 393682 h 5322908"/>
              <a:gd name="connsiteX0" fmla="*/ 0 w 7998730"/>
              <a:gd name="connsiteY0" fmla="*/ 393682 h 5322908"/>
              <a:gd name="connsiteX1" fmla="*/ 393682 w 7998730"/>
              <a:gd name="connsiteY1" fmla="*/ 0 h 5322908"/>
              <a:gd name="connsiteX2" fmla="*/ 7971090 w 7998730"/>
              <a:gd name="connsiteY2" fmla="*/ 3476 h 5322908"/>
              <a:gd name="connsiteX3" fmla="*/ 7988356 w 7998730"/>
              <a:gd name="connsiteY3" fmla="*/ 4929226 h 5322908"/>
              <a:gd name="connsiteX4" fmla="*/ 7594674 w 7998730"/>
              <a:gd name="connsiteY4" fmla="*/ 5322908 h 5322908"/>
              <a:gd name="connsiteX5" fmla="*/ 393682 w 7998730"/>
              <a:gd name="connsiteY5" fmla="*/ 5322908 h 5322908"/>
              <a:gd name="connsiteX6" fmla="*/ 0 w 7998730"/>
              <a:gd name="connsiteY6" fmla="*/ 4929226 h 5322908"/>
              <a:gd name="connsiteX7" fmla="*/ 0 w 7998730"/>
              <a:gd name="connsiteY7" fmla="*/ 393682 h 5322908"/>
              <a:gd name="connsiteX0" fmla="*/ 0 w 7999733"/>
              <a:gd name="connsiteY0" fmla="*/ 394968 h 5324194"/>
              <a:gd name="connsiteX1" fmla="*/ 393682 w 7999733"/>
              <a:gd name="connsiteY1" fmla="*/ 1286 h 5324194"/>
              <a:gd name="connsiteX2" fmla="*/ 7975853 w 7999733"/>
              <a:gd name="connsiteY2" fmla="*/ 0 h 5324194"/>
              <a:gd name="connsiteX3" fmla="*/ 7988356 w 7999733"/>
              <a:gd name="connsiteY3" fmla="*/ 4930512 h 5324194"/>
              <a:gd name="connsiteX4" fmla="*/ 7594674 w 7999733"/>
              <a:gd name="connsiteY4" fmla="*/ 5324194 h 5324194"/>
              <a:gd name="connsiteX5" fmla="*/ 393682 w 7999733"/>
              <a:gd name="connsiteY5" fmla="*/ 5324194 h 5324194"/>
              <a:gd name="connsiteX6" fmla="*/ 0 w 7999733"/>
              <a:gd name="connsiteY6" fmla="*/ 4930512 h 5324194"/>
              <a:gd name="connsiteX7" fmla="*/ 0 w 7999733"/>
              <a:gd name="connsiteY7" fmla="*/ 394968 h 5324194"/>
              <a:gd name="connsiteX0" fmla="*/ 0 w 8727594"/>
              <a:gd name="connsiteY0" fmla="*/ 394968 h 5324194"/>
              <a:gd name="connsiteX1" fmla="*/ 393682 w 8727594"/>
              <a:gd name="connsiteY1" fmla="*/ 1286 h 5324194"/>
              <a:gd name="connsiteX2" fmla="*/ 7975853 w 8727594"/>
              <a:gd name="connsiteY2" fmla="*/ 0 h 5324194"/>
              <a:gd name="connsiteX3" fmla="*/ 7594674 w 8727594"/>
              <a:gd name="connsiteY3" fmla="*/ 5324194 h 5324194"/>
              <a:gd name="connsiteX4" fmla="*/ 393682 w 8727594"/>
              <a:gd name="connsiteY4" fmla="*/ 5324194 h 5324194"/>
              <a:gd name="connsiteX5" fmla="*/ 0 w 8727594"/>
              <a:gd name="connsiteY5" fmla="*/ 4930512 h 5324194"/>
              <a:gd name="connsiteX6" fmla="*/ 0 w 8727594"/>
              <a:gd name="connsiteY6" fmla="*/ 394968 h 5324194"/>
              <a:gd name="connsiteX0" fmla="*/ 0 w 8907174"/>
              <a:gd name="connsiteY0" fmla="*/ 394968 h 5324194"/>
              <a:gd name="connsiteX1" fmla="*/ 393682 w 8907174"/>
              <a:gd name="connsiteY1" fmla="*/ 1286 h 5324194"/>
              <a:gd name="connsiteX2" fmla="*/ 7975853 w 8907174"/>
              <a:gd name="connsiteY2" fmla="*/ 0 h 5324194"/>
              <a:gd name="connsiteX3" fmla="*/ 7989961 w 8907174"/>
              <a:gd name="connsiteY3" fmla="*/ 5324194 h 5324194"/>
              <a:gd name="connsiteX4" fmla="*/ 393682 w 8907174"/>
              <a:gd name="connsiteY4" fmla="*/ 5324194 h 5324194"/>
              <a:gd name="connsiteX5" fmla="*/ 0 w 8907174"/>
              <a:gd name="connsiteY5" fmla="*/ 4930512 h 5324194"/>
              <a:gd name="connsiteX6" fmla="*/ 0 w 8907174"/>
              <a:gd name="connsiteY6" fmla="*/ 394968 h 5324194"/>
              <a:gd name="connsiteX0" fmla="*/ 0 w 8513309"/>
              <a:gd name="connsiteY0" fmla="*/ 394968 h 5324194"/>
              <a:gd name="connsiteX1" fmla="*/ 393682 w 8513309"/>
              <a:gd name="connsiteY1" fmla="*/ 1286 h 5324194"/>
              <a:gd name="connsiteX2" fmla="*/ 7975853 w 8513309"/>
              <a:gd name="connsiteY2" fmla="*/ 0 h 5324194"/>
              <a:gd name="connsiteX3" fmla="*/ 7989961 w 8513309"/>
              <a:gd name="connsiteY3" fmla="*/ 5324194 h 5324194"/>
              <a:gd name="connsiteX4" fmla="*/ 393682 w 8513309"/>
              <a:gd name="connsiteY4" fmla="*/ 5324194 h 5324194"/>
              <a:gd name="connsiteX5" fmla="*/ 0 w 8513309"/>
              <a:gd name="connsiteY5" fmla="*/ 4930512 h 5324194"/>
              <a:gd name="connsiteX6" fmla="*/ 0 w 8513309"/>
              <a:gd name="connsiteY6" fmla="*/ 394968 h 5324194"/>
              <a:gd name="connsiteX0" fmla="*/ 0 w 8510814"/>
              <a:gd name="connsiteY0" fmla="*/ 394968 h 5324194"/>
              <a:gd name="connsiteX1" fmla="*/ 393682 w 8510814"/>
              <a:gd name="connsiteY1" fmla="*/ 1286 h 5324194"/>
              <a:gd name="connsiteX2" fmla="*/ 7975853 w 8510814"/>
              <a:gd name="connsiteY2" fmla="*/ 0 h 5324194"/>
              <a:gd name="connsiteX3" fmla="*/ 7980436 w 8510814"/>
              <a:gd name="connsiteY3" fmla="*/ 5324194 h 5324194"/>
              <a:gd name="connsiteX4" fmla="*/ 393682 w 8510814"/>
              <a:gd name="connsiteY4" fmla="*/ 5324194 h 5324194"/>
              <a:gd name="connsiteX5" fmla="*/ 0 w 8510814"/>
              <a:gd name="connsiteY5" fmla="*/ 4930512 h 5324194"/>
              <a:gd name="connsiteX6" fmla="*/ 0 w 8510814"/>
              <a:gd name="connsiteY6" fmla="*/ 394968 h 5324194"/>
              <a:gd name="connsiteX0" fmla="*/ 0 w 7981082"/>
              <a:gd name="connsiteY0" fmla="*/ 394968 h 5324194"/>
              <a:gd name="connsiteX1" fmla="*/ 393682 w 7981082"/>
              <a:gd name="connsiteY1" fmla="*/ 1286 h 5324194"/>
              <a:gd name="connsiteX2" fmla="*/ 7975853 w 7981082"/>
              <a:gd name="connsiteY2" fmla="*/ 0 h 5324194"/>
              <a:gd name="connsiteX3" fmla="*/ 7980436 w 7981082"/>
              <a:gd name="connsiteY3" fmla="*/ 5324194 h 5324194"/>
              <a:gd name="connsiteX4" fmla="*/ 393682 w 7981082"/>
              <a:gd name="connsiteY4" fmla="*/ 5324194 h 5324194"/>
              <a:gd name="connsiteX5" fmla="*/ 0 w 7981082"/>
              <a:gd name="connsiteY5" fmla="*/ 4930512 h 5324194"/>
              <a:gd name="connsiteX6" fmla="*/ 0 w 7981082"/>
              <a:gd name="connsiteY6" fmla="*/ 394968 h 5324194"/>
              <a:gd name="connsiteX0" fmla="*/ 0 w 7980454"/>
              <a:gd name="connsiteY0" fmla="*/ 394968 h 5324194"/>
              <a:gd name="connsiteX1" fmla="*/ 393682 w 7980454"/>
              <a:gd name="connsiteY1" fmla="*/ 1286 h 5324194"/>
              <a:gd name="connsiteX2" fmla="*/ 7870345 w 7980454"/>
              <a:gd name="connsiteY2" fmla="*/ 0 h 5324194"/>
              <a:gd name="connsiteX3" fmla="*/ 7980436 w 7980454"/>
              <a:gd name="connsiteY3" fmla="*/ 5324194 h 5324194"/>
              <a:gd name="connsiteX4" fmla="*/ 393682 w 7980454"/>
              <a:gd name="connsiteY4" fmla="*/ 5324194 h 5324194"/>
              <a:gd name="connsiteX5" fmla="*/ 0 w 7980454"/>
              <a:gd name="connsiteY5" fmla="*/ 4930512 h 5324194"/>
              <a:gd name="connsiteX6" fmla="*/ 0 w 7980454"/>
              <a:gd name="connsiteY6" fmla="*/ 394968 h 5324194"/>
              <a:gd name="connsiteX0" fmla="*/ 0 w 7980454"/>
              <a:gd name="connsiteY0" fmla="*/ 394968 h 5324194"/>
              <a:gd name="connsiteX1" fmla="*/ 393682 w 7980454"/>
              <a:gd name="connsiteY1" fmla="*/ 1286 h 5324194"/>
              <a:gd name="connsiteX2" fmla="*/ 7870345 w 7980454"/>
              <a:gd name="connsiteY2" fmla="*/ 0 h 5324194"/>
              <a:gd name="connsiteX3" fmla="*/ 7980436 w 7980454"/>
              <a:gd name="connsiteY3" fmla="*/ 5324194 h 5324194"/>
              <a:gd name="connsiteX4" fmla="*/ 393682 w 7980454"/>
              <a:gd name="connsiteY4" fmla="*/ 5324194 h 5324194"/>
              <a:gd name="connsiteX5" fmla="*/ 0 w 7980454"/>
              <a:gd name="connsiteY5" fmla="*/ 4930512 h 5324194"/>
              <a:gd name="connsiteX6" fmla="*/ 0 w 7980454"/>
              <a:gd name="connsiteY6" fmla="*/ 394968 h 5324194"/>
              <a:gd name="connsiteX0" fmla="*/ 0 w 7873751"/>
              <a:gd name="connsiteY0" fmla="*/ 394968 h 5324194"/>
              <a:gd name="connsiteX1" fmla="*/ 393682 w 7873751"/>
              <a:gd name="connsiteY1" fmla="*/ 1286 h 5324194"/>
              <a:gd name="connsiteX2" fmla="*/ 7870345 w 7873751"/>
              <a:gd name="connsiteY2" fmla="*/ 0 h 5324194"/>
              <a:gd name="connsiteX3" fmla="*/ 7872330 w 7873751"/>
              <a:gd name="connsiteY3" fmla="*/ 5324194 h 5324194"/>
              <a:gd name="connsiteX4" fmla="*/ 393682 w 7873751"/>
              <a:gd name="connsiteY4" fmla="*/ 5324194 h 5324194"/>
              <a:gd name="connsiteX5" fmla="*/ 0 w 7873751"/>
              <a:gd name="connsiteY5" fmla="*/ 4930512 h 5324194"/>
              <a:gd name="connsiteX6" fmla="*/ 0 w 7873751"/>
              <a:gd name="connsiteY6" fmla="*/ 394968 h 5324194"/>
              <a:gd name="connsiteX0" fmla="*/ 0 w 7876724"/>
              <a:gd name="connsiteY0" fmla="*/ 394968 h 5324194"/>
              <a:gd name="connsiteX1" fmla="*/ 393682 w 7876724"/>
              <a:gd name="connsiteY1" fmla="*/ 1286 h 5324194"/>
              <a:gd name="connsiteX2" fmla="*/ 7874849 w 7876724"/>
              <a:gd name="connsiteY2" fmla="*/ 0 h 5324194"/>
              <a:gd name="connsiteX3" fmla="*/ 7872330 w 7876724"/>
              <a:gd name="connsiteY3" fmla="*/ 5324194 h 5324194"/>
              <a:gd name="connsiteX4" fmla="*/ 393682 w 7876724"/>
              <a:gd name="connsiteY4" fmla="*/ 5324194 h 5324194"/>
              <a:gd name="connsiteX5" fmla="*/ 0 w 7876724"/>
              <a:gd name="connsiteY5" fmla="*/ 4930512 h 5324194"/>
              <a:gd name="connsiteX6" fmla="*/ 0 w 7876724"/>
              <a:gd name="connsiteY6" fmla="*/ 394968 h 5324194"/>
              <a:gd name="connsiteX0" fmla="*/ 0 w 7874889"/>
              <a:gd name="connsiteY0" fmla="*/ 394968 h 5324194"/>
              <a:gd name="connsiteX1" fmla="*/ 393682 w 7874889"/>
              <a:gd name="connsiteY1" fmla="*/ 1286 h 5324194"/>
              <a:gd name="connsiteX2" fmla="*/ 7874849 w 7874889"/>
              <a:gd name="connsiteY2" fmla="*/ 0 h 5324194"/>
              <a:gd name="connsiteX3" fmla="*/ 7872330 w 7874889"/>
              <a:gd name="connsiteY3" fmla="*/ 5324194 h 5324194"/>
              <a:gd name="connsiteX4" fmla="*/ 393682 w 7874889"/>
              <a:gd name="connsiteY4" fmla="*/ 5324194 h 5324194"/>
              <a:gd name="connsiteX5" fmla="*/ 0 w 7874889"/>
              <a:gd name="connsiteY5" fmla="*/ 4930512 h 5324194"/>
              <a:gd name="connsiteX6" fmla="*/ 0 w 7874889"/>
              <a:gd name="connsiteY6" fmla="*/ 394968 h 5324194"/>
              <a:gd name="connsiteX0" fmla="*/ 0 w 7874889"/>
              <a:gd name="connsiteY0" fmla="*/ 394968 h 5324194"/>
              <a:gd name="connsiteX1" fmla="*/ 393682 w 7874889"/>
              <a:gd name="connsiteY1" fmla="*/ 1286 h 5324194"/>
              <a:gd name="connsiteX2" fmla="*/ 7874849 w 7874889"/>
              <a:gd name="connsiteY2" fmla="*/ 0 h 5324194"/>
              <a:gd name="connsiteX3" fmla="*/ 7872330 w 7874889"/>
              <a:gd name="connsiteY3" fmla="*/ 5324194 h 5324194"/>
              <a:gd name="connsiteX4" fmla="*/ 393682 w 7874889"/>
              <a:gd name="connsiteY4" fmla="*/ 5324194 h 5324194"/>
              <a:gd name="connsiteX5" fmla="*/ 0 w 7874889"/>
              <a:gd name="connsiteY5" fmla="*/ 4930512 h 5324194"/>
              <a:gd name="connsiteX6" fmla="*/ 0 w 7874889"/>
              <a:gd name="connsiteY6" fmla="*/ 394968 h 5324194"/>
              <a:gd name="connsiteX0" fmla="*/ 0 w 7874889"/>
              <a:gd name="connsiteY0" fmla="*/ 394968 h 5324194"/>
              <a:gd name="connsiteX1" fmla="*/ 393682 w 7874889"/>
              <a:gd name="connsiteY1" fmla="*/ 1286 h 5324194"/>
              <a:gd name="connsiteX2" fmla="*/ 7874849 w 7874889"/>
              <a:gd name="connsiteY2" fmla="*/ 0 h 5324194"/>
              <a:gd name="connsiteX3" fmla="*/ 7872330 w 7874889"/>
              <a:gd name="connsiteY3" fmla="*/ 5324194 h 5324194"/>
              <a:gd name="connsiteX4" fmla="*/ 393682 w 7874889"/>
              <a:gd name="connsiteY4" fmla="*/ 5324194 h 5324194"/>
              <a:gd name="connsiteX5" fmla="*/ 0 w 7874889"/>
              <a:gd name="connsiteY5" fmla="*/ 4930512 h 5324194"/>
              <a:gd name="connsiteX6" fmla="*/ 0 w 7874889"/>
              <a:gd name="connsiteY6" fmla="*/ 394968 h 53241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874889" h="5324194">
                <a:moveTo>
                  <a:pt x="0" y="394968"/>
                </a:moveTo>
                <a:cubicBezTo>
                  <a:pt x="0" y="177543"/>
                  <a:pt x="176257" y="1286"/>
                  <a:pt x="393682" y="1286"/>
                </a:cubicBezTo>
                <a:lnTo>
                  <a:pt x="7874849" y="0"/>
                </a:lnTo>
                <a:cubicBezTo>
                  <a:pt x="7875123" y="1077136"/>
                  <a:pt x="7873963" y="4446353"/>
                  <a:pt x="7872330" y="5324194"/>
                </a:cubicBezTo>
                <a:lnTo>
                  <a:pt x="393682" y="5324194"/>
                </a:lnTo>
                <a:cubicBezTo>
                  <a:pt x="176257" y="5324194"/>
                  <a:pt x="0" y="5147937"/>
                  <a:pt x="0" y="4930512"/>
                </a:cubicBezTo>
                <a:lnTo>
                  <a:pt x="0" y="394968"/>
                </a:lnTo>
                <a:close/>
              </a:path>
            </a:pathLst>
          </a:custGeom>
          <a:noFill/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</a:defRPr>
            </a:lvl1pPr>
          </a:lstStyle>
          <a:p>
            <a:r>
              <a:rPr lang="en-JP" dirty="0"/>
              <a:t>Insert Photo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5925D82-457F-D84D-B8DF-D8ADFD7E71D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1150" y="3178298"/>
            <a:ext cx="3751966" cy="272786"/>
          </a:xfrm>
          <a:prstGeom prst="rect">
            <a:avLst/>
          </a:prstGeom>
        </p:spPr>
        <p:txBody>
          <a:bodyPr tIns="0" rIns="0" bIns="0" numCol="1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 b="1" i="0">
                <a:solidFill>
                  <a:schemeClr val="tx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 dirty="0"/>
              <a:t>This is your Secondary Title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FD2406EE-A554-5348-AE6D-4D8B343E620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11150" y="3575905"/>
            <a:ext cx="3751966" cy="2840500"/>
          </a:xfrm>
          <a:prstGeom prst="rect">
            <a:avLst/>
          </a:prstGeom>
        </p:spPr>
        <p:txBody>
          <a:bodyPr tIns="0" rIns="0" bIns="0" numCol="1">
            <a:noAutofit/>
          </a:bodyPr>
          <a:lstStyle>
            <a:lvl1pPr marL="171450" indent="-1714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 i="0">
                <a:solidFill>
                  <a:schemeClr val="tx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 dirty="0"/>
              <a:t>This is your Secondary text. </a:t>
            </a:r>
          </a:p>
        </p:txBody>
      </p:sp>
      <p:sp>
        <p:nvSpPr>
          <p:cNvPr id="20" name="Footer Placeholder 8">
            <a:extLst>
              <a:ext uri="{FF2B5EF4-FFF2-40B4-BE49-F238E27FC236}">
                <a16:creationId xmlns:a16="http://schemas.microsoft.com/office/drawing/2014/main" id="{E4ACE247-6DA5-F044-A880-12BDFE1490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766050" y="6523001"/>
            <a:ext cx="4114800" cy="196131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800" b="1" spc="100" baseline="0">
                <a:solidFill>
                  <a:schemeClr val="tx1"/>
                </a:solidFill>
              </a:defRPr>
            </a:lvl1pPr>
          </a:lstStyle>
          <a:p>
            <a:r>
              <a:rPr lang="en-JP"/>
              <a:t> </a:t>
            </a:r>
          </a:p>
        </p:txBody>
      </p:sp>
      <p:sp>
        <p:nvSpPr>
          <p:cNvPr id="25" name="スライド番号プレースホルダ 5">
            <a:extLst>
              <a:ext uri="{FF2B5EF4-FFF2-40B4-BE49-F238E27FC236}">
                <a16:creationId xmlns:a16="http://schemas.microsoft.com/office/drawing/2014/main" id="{78815F79-70B9-A343-88C1-1B41F15106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1150" y="6523001"/>
            <a:ext cx="294928" cy="196131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l">
              <a:defRPr sz="800" b="0" i="0">
                <a:solidFill>
                  <a:schemeClr val="tx1"/>
                </a:solidFill>
                <a:latin typeface="Aptos" panose="020B0004020202020204" pitchFamily="34" charset="0"/>
                <a:ea typeface="メイリオ" pitchFamily="50" charset="-128"/>
                <a:cs typeface="Calibri" panose="020F0502020204030204" pitchFamily="34" charset="0"/>
              </a:defRPr>
            </a:lvl1pPr>
          </a:lstStyle>
          <a:p>
            <a:pPr defTabSz="1218810"/>
            <a:fld id="{E9B57936-92EF-4126-AE48-1D9D36D15E98}" type="slidenum">
              <a:rPr lang="ja-JP" altLang="en-US" smtClean="0"/>
              <a:pPr defTabSz="1218810"/>
              <a:t>‹#›</a:t>
            </a:fld>
            <a:endParaRPr lang="ja-JP" altLang="en-US"/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6ACFB15D-3880-FB46-8B5A-E057FE4C9B5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6078" y="6523001"/>
            <a:ext cx="6968348" cy="205613"/>
          </a:xfrm>
          <a:prstGeom prst="rect">
            <a:avLst/>
          </a:prstGeom>
        </p:spPr>
        <p:txBody>
          <a:bodyPr wrap="none" tIns="0" rIns="0" bIns="72000" numCol="1" anchor="ctr">
            <a:noAutofit/>
          </a:bodyPr>
          <a:lstStyle>
            <a:lvl1pPr marL="0" indent="0">
              <a:lnSpc>
                <a:spcPts val="16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 b="0" i="0">
                <a:solidFill>
                  <a:schemeClr val="accent3"/>
                </a:solidFill>
                <a:latin typeface="Aptos" panose="020B0004020202020204" pitchFamily="34" charset="0"/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 dirty="0"/>
              <a:t>Private and confidential. For internal use only.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EF3CD883-F623-E54C-A27A-38B7EB95705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11151" y="1491373"/>
            <a:ext cx="3751965" cy="1464957"/>
          </a:xfrm>
        </p:spPr>
        <p:txBody>
          <a:bodyPr tIns="0" rIns="0" bIns="0" numCol="1" spcCol="126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 i="0"/>
            </a:lvl1pPr>
            <a:lvl2pPr marL="457068" indent="0">
              <a:buNone/>
              <a:defRPr sz="1800" b="1"/>
            </a:lvl2pPr>
            <a:lvl3pPr marL="914149" indent="0">
              <a:buNone/>
              <a:defRPr sz="1800" b="1"/>
            </a:lvl3pPr>
            <a:lvl4pPr marL="1371219" indent="0">
              <a:buNone/>
              <a:defRPr sz="1800" b="1"/>
            </a:lvl4pPr>
            <a:lvl5pPr marL="1828290" indent="0">
              <a:buNone/>
              <a:defRPr sz="1800" b="1"/>
            </a:lvl5pPr>
          </a:lstStyle>
          <a:p>
            <a:pPr lvl="0"/>
            <a:r>
              <a:rPr lang="en-US" dirty="0"/>
              <a:t>This is your Primary Text.</a:t>
            </a:r>
            <a:endParaRPr lang="en-JP" dirty="0"/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B2D601E3-CC68-7845-AAF4-3AD141198B4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11150" y="1093767"/>
            <a:ext cx="3751965" cy="272786"/>
          </a:xfrm>
        </p:spPr>
        <p:txBody>
          <a:bodyPr tIns="0" rIns="0" bIns="0" numCol="1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000" b="1" i="0">
                <a:solidFill>
                  <a:schemeClr val="accent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 dirty="0"/>
              <a:t>This is your Primary Title</a:t>
            </a:r>
          </a:p>
        </p:txBody>
      </p:sp>
      <p:sp>
        <p:nvSpPr>
          <p:cNvPr id="5" name="タイトル プレースホルダ 1">
            <a:extLst>
              <a:ext uri="{FF2B5EF4-FFF2-40B4-BE49-F238E27FC236}">
                <a16:creationId xmlns:a16="http://schemas.microsoft.com/office/drawing/2014/main" id="{490A1880-F2BA-C78C-65B7-F293390BC9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6690" y="192427"/>
            <a:ext cx="9379060" cy="685801"/>
          </a:xfrm>
          <a:prstGeom prst="rect">
            <a:avLst/>
          </a:prstGeom>
        </p:spPr>
        <p:txBody>
          <a:bodyPr vert="horz" lIns="0" tIns="54000" rIns="0" bIns="0" rtlCol="0" anchor="ctr">
            <a:normAutofit/>
          </a:bodyPr>
          <a:lstStyle>
            <a:lvl1pPr>
              <a:defRPr b="1" i="0">
                <a:latin typeface="Aptos" panose="020B0004020202020204" pitchFamily="34" charset="0"/>
              </a:defRPr>
            </a:lvl1pPr>
          </a:lstStyle>
          <a:p>
            <a:r>
              <a:rPr kumimoji="1" lang="en-US" altLang="ja-JP" dirty="0"/>
              <a:t>Click to add title</a:t>
            </a:r>
            <a:endParaRPr kumimoji="1" lang="ja-JP" alt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ED9E508-C1B2-5F07-A1BE-09EA83F3CC6C}"/>
              </a:ext>
            </a:extLst>
          </p:cNvPr>
          <p:cNvSpPr/>
          <p:nvPr userDrawn="1"/>
        </p:nvSpPr>
        <p:spPr>
          <a:xfrm>
            <a:off x="312373" y="304426"/>
            <a:ext cx="143066" cy="436383"/>
          </a:xfrm>
          <a:custGeom>
            <a:avLst/>
            <a:gdLst>
              <a:gd name="connsiteX0" fmla="*/ 0 w 66951"/>
              <a:gd name="connsiteY0" fmla="*/ 0 h 565121"/>
              <a:gd name="connsiteX1" fmla="*/ 66951 w 66951"/>
              <a:gd name="connsiteY1" fmla="*/ 0 h 565121"/>
              <a:gd name="connsiteX2" fmla="*/ 66951 w 66951"/>
              <a:gd name="connsiteY2" fmla="*/ 565121 h 565121"/>
              <a:gd name="connsiteX3" fmla="*/ 0 w 66951"/>
              <a:gd name="connsiteY3" fmla="*/ 565121 h 565121"/>
              <a:gd name="connsiteX4" fmla="*/ 0 w 66951"/>
              <a:gd name="connsiteY4" fmla="*/ 0 h 565121"/>
              <a:gd name="connsiteX0" fmla="*/ 0 w 131862"/>
              <a:gd name="connsiteY0" fmla="*/ 0 h 565121"/>
              <a:gd name="connsiteX1" fmla="*/ 66951 w 131862"/>
              <a:gd name="connsiteY1" fmla="*/ 0 h 565121"/>
              <a:gd name="connsiteX2" fmla="*/ 66951 w 131862"/>
              <a:gd name="connsiteY2" fmla="*/ 565121 h 565121"/>
              <a:gd name="connsiteX3" fmla="*/ 0 w 131862"/>
              <a:gd name="connsiteY3" fmla="*/ 565121 h 565121"/>
              <a:gd name="connsiteX4" fmla="*/ 0 w 131862"/>
              <a:gd name="connsiteY4" fmla="*/ 0 h 565121"/>
              <a:gd name="connsiteX0" fmla="*/ 0 w 177682"/>
              <a:gd name="connsiteY0" fmla="*/ 0 h 565121"/>
              <a:gd name="connsiteX1" fmla="*/ 66951 w 177682"/>
              <a:gd name="connsiteY1" fmla="*/ 0 h 565121"/>
              <a:gd name="connsiteX2" fmla="*/ 66951 w 177682"/>
              <a:gd name="connsiteY2" fmla="*/ 565121 h 565121"/>
              <a:gd name="connsiteX3" fmla="*/ 0 w 177682"/>
              <a:gd name="connsiteY3" fmla="*/ 565121 h 565121"/>
              <a:gd name="connsiteX4" fmla="*/ 0 w 177682"/>
              <a:gd name="connsiteY4" fmla="*/ 0 h 565121"/>
              <a:gd name="connsiteX0" fmla="*/ 0 w 186120"/>
              <a:gd name="connsiteY0" fmla="*/ 0 h 565121"/>
              <a:gd name="connsiteX1" fmla="*/ 66951 w 186120"/>
              <a:gd name="connsiteY1" fmla="*/ 0 h 565121"/>
              <a:gd name="connsiteX2" fmla="*/ 66951 w 186120"/>
              <a:gd name="connsiteY2" fmla="*/ 565121 h 565121"/>
              <a:gd name="connsiteX3" fmla="*/ 0 w 186120"/>
              <a:gd name="connsiteY3" fmla="*/ 565121 h 565121"/>
              <a:gd name="connsiteX4" fmla="*/ 0 w 186120"/>
              <a:gd name="connsiteY4" fmla="*/ 0 h 565121"/>
              <a:gd name="connsiteX0" fmla="*/ 0 w 190787"/>
              <a:gd name="connsiteY0" fmla="*/ 0 h 565121"/>
              <a:gd name="connsiteX1" fmla="*/ 66951 w 190787"/>
              <a:gd name="connsiteY1" fmla="*/ 0 h 565121"/>
              <a:gd name="connsiteX2" fmla="*/ 66951 w 190787"/>
              <a:gd name="connsiteY2" fmla="*/ 565121 h 565121"/>
              <a:gd name="connsiteX3" fmla="*/ 0 w 190787"/>
              <a:gd name="connsiteY3" fmla="*/ 565121 h 565121"/>
              <a:gd name="connsiteX4" fmla="*/ 0 w 190787"/>
              <a:gd name="connsiteY4" fmla="*/ 0 h 565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0787" h="565121">
                <a:moveTo>
                  <a:pt x="0" y="0"/>
                </a:moveTo>
                <a:lnTo>
                  <a:pt x="66951" y="0"/>
                </a:lnTo>
                <a:cubicBezTo>
                  <a:pt x="235226" y="153449"/>
                  <a:pt x="228876" y="408497"/>
                  <a:pt x="66951" y="565121"/>
                </a:cubicBezTo>
                <a:lnTo>
                  <a:pt x="0" y="5651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algn="ctr"/>
            <a:endParaRPr kumimoji="1" lang="en-JP">
              <a:solidFill>
                <a:schemeClr val="bg1"/>
              </a:solidFill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2C4704A1-A0C7-6109-84F0-3C13A8507F4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23301" y="44840"/>
            <a:ext cx="1779439" cy="980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9654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dvanced 1/2 Image (Full Ble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DA0F537B-2380-C640-8119-936AD778646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185454" y="-5495"/>
            <a:ext cx="6008118" cy="6857985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</a:defRPr>
            </a:lvl1pPr>
          </a:lstStyle>
          <a:p>
            <a:r>
              <a:rPr lang="en-JP" dirty="0"/>
              <a:t>Insert Photo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5925D82-457F-D84D-B8DF-D8ADFD7E71D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1150" y="3178298"/>
            <a:ext cx="5708650" cy="272786"/>
          </a:xfrm>
          <a:prstGeom prst="rect">
            <a:avLst/>
          </a:prstGeom>
        </p:spPr>
        <p:txBody>
          <a:bodyPr tIns="0" rIns="0" bIns="0" numCol="1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 b="1" i="0">
                <a:solidFill>
                  <a:schemeClr val="tx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 dirty="0"/>
              <a:t>This is your Secondary Title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FD2406EE-A554-5348-AE6D-4D8B343E620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11150" y="3575904"/>
            <a:ext cx="5708650" cy="2859620"/>
          </a:xfrm>
          <a:prstGeom prst="rect">
            <a:avLst/>
          </a:prstGeom>
        </p:spPr>
        <p:txBody>
          <a:bodyPr tIns="0" rIns="0" bIns="0" numCol="1">
            <a:noAutofit/>
          </a:bodyPr>
          <a:lstStyle>
            <a:lvl1pPr marL="171450" indent="-1714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 i="0">
                <a:solidFill>
                  <a:schemeClr val="tx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 dirty="0"/>
              <a:t>This is your Secondary text. </a:t>
            </a:r>
          </a:p>
        </p:txBody>
      </p:sp>
      <p:sp>
        <p:nvSpPr>
          <p:cNvPr id="22" name="スライド番号プレースホルダ 5">
            <a:extLst>
              <a:ext uri="{FF2B5EF4-FFF2-40B4-BE49-F238E27FC236}">
                <a16:creationId xmlns:a16="http://schemas.microsoft.com/office/drawing/2014/main" id="{FB98B4FE-9AC1-D142-89B5-4D3791685B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1150" y="6523001"/>
            <a:ext cx="294928" cy="196131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l">
              <a:defRPr sz="800" b="0" i="0">
                <a:solidFill>
                  <a:schemeClr val="tx1"/>
                </a:solidFill>
                <a:latin typeface="Aptos" panose="020B0004020202020204" pitchFamily="34" charset="0"/>
                <a:ea typeface="メイリオ" pitchFamily="50" charset="-128"/>
                <a:cs typeface="Calibri" panose="020F0502020204030204" pitchFamily="34" charset="0"/>
              </a:defRPr>
            </a:lvl1pPr>
          </a:lstStyle>
          <a:p>
            <a:pPr defTabSz="1218810"/>
            <a:fld id="{E9B57936-92EF-4126-AE48-1D9D36D15E98}" type="slidenum">
              <a:rPr lang="ja-JP" altLang="en-US" smtClean="0"/>
              <a:pPr defTabSz="1218810"/>
              <a:t>‹#›</a:t>
            </a:fld>
            <a:endParaRPr lang="ja-JP" altLang="en-US"/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7D5A74AA-F0D3-9243-967D-FEA6F7A20BC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6078" y="6523001"/>
            <a:ext cx="5413722" cy="205613"/>
          </a:xfrm>
          <a:prstGeom prst="rect">
            <a:avLst/>
          </a:prstGeom>
        </p:spPr>
        <p:txBody>
          <a:bodyPr wrap="none" tIns="0" rIns="0" bIns="72000" numCol="1" anchor="ctr">
            <a:noAutofit/>
          </a:bodyPr>
          <a:lstStyle>
            <a:lvl1pPr marL="0" indent="0">
              <a:lnSpc>
                <a:spcPts val="16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 b="0" i="0">
                <a:solidFill>
                  <a:schemeClr val="accent3"/>
                </a:solidFill>
                <a:latin typeface="Aptos" panose="020B0004020202020204" pitchFamily="34" charset="0"/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 dirty="0"/>
              <a:t>Private and confidential. For internal use only.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D16C870C-B0F9-5A43-81FD-66BD75CC33C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11151" y="1491373"/>
            <a:ext cx="5704886" cy="1464957"/>
          </a:xfrm>
        </p:spPr>
        <p:txBody>
          <a:bodyPr tIns="0" rIns="0" bIns="0" numCol="1" spcCol="126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 i="0"/>
            </a:lvl1pPr>
            <a:lvl2pPr marL="457068" indent="0">
              <a:buNone/>
              <a:defRPr sz="1800" b="1"/>
            </a:lvl2pPr>
            <a:lvl3pPr marL="914149" indent="0">
              <a:buNone/>
              <a:defRPr sz="1800" b="1"/>
            </a:lvl3pPr>
            <a:lvl4pPr marL="1371219" indent="0">
              <a:buNone/>
              <a:defRPr sz="1800" b="1"/>
            </a:lvl4pPr>
            <a:lvl5pPr marL="1828290" indent="0">
              <a:buNone/>
              <a:defRPr sz="1800" b="1"/>
            </a:lvl5pPr>
          </a:lstStyle>
          <a:p>
            <a:pPr lvl="0"/>
            <a:r>
              <a:rPr lang="en-US" dirty="0"/>
              <a:t>This is your Primary Text.</a:t>
            </a:r>
            <a:endParaRPr lang="en-JP" dirty="0"/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C64E591A-1A88-9244-AC81-5B42BFE347C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11150" y="1093767"/>
            <a:ext cx="5704886" cy="272786"/>
          </a:xfrm>
        </p:spPr>
        <p:txBody>
          <a:bodyPr tIns="0" rIns="0" bIns="0" numCol="1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000" b="1" i="0">
                <a:solidFill>
                  <a:schemeClr val="accent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 dirty="0"/>
              <a:t>This is your Primary Title</a:t>
            </a:r>
          </a:p>
        </p:txBody>
      </p:sp>
      <p:sp>
        <p:nvSpPr>
          <p:cNvPr id="5" name="タイトル プレースホルダ 1">
            <a:extLst>
              <a:ext uri="{FF2B5EF4-FFF2-40B4-BE49-F238E27FC236}">
                <a16:creationId xmlns:a16="http://schemas.microsoft.com/office/drawing/2014/main" id="{3578D809-2341-FE07-A2DC-F1D291EB3A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6690" y="192427"/>
            <a:ext cx="5319857" cy="685801"/>
          </a:xfrm>
          <a:prstGeom prst="rect">
            <a:avLst/>
          </a:prstGeom>
        </p:spPr>
        <p:txBody>
          <a:bodyPr vert="horz" lIns="0" tIns="54000" rIns="0" bIns="0" rtlCol="0" anchor="ctr">
            <a:normAutofit/>
          </a:bodyPr>
          <a:lstStyle>
            <a:lvl1pPr>
              <a:defRPr b="1" i="0">
                <a:latin typeface="Aptos" panose="020B0004020202020204" pitchFamily="34" charset="0"/>
              </a:defRPr>
            </a:lvl1pPr>
          </a:lstStyle>
          <a:p>
            <a:r>
              <a:rPr kumimoji="1" lang="en-US" altLang="ja-JP" dirty="0"/>
              <a:t>Click to add title</a:t>
            </a:r>
            <a:endParaRPr kumimoji="1" lang="ja-JP" alt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BBA6AA7-17A2-E26E-E266-5E55481AD453}"/>
              </a:ext>
            </a:extLst>
          </p:cNvPr>
          <p:cNvSpPr/>
          <p:nvPr userDrawn="1"/>
        </p:nvSpPr>
        <p:spPr>
          <a:xfrm>
            <a:off x="312373" y="304426"/>
            <a:ext cx="143066" cy="436383"/>
          </a:xfrm>
          <a:custGeom>
            <a:avLst/>
            <a:gdLst>
              <a:gd name="connsiteX0" fmla="*/ 0 w 66951"/>
              <a:gd name="connsiteY0" fmla="*/ 0 h 565121"/>
              <a:gd name="connsiteX1" fmla="*/ 66951 w 66951"/>
              <a:gd name="connsiteY1" fmla="*/ 0 h 565121"/>
              <a:gd name="connsiteX2" fmla="*/ 66951 w 66951"/>
              <a:gd name="connsiteY2" fmla="*/ 565121 h 565121"/>
              <a:gd name="connsiteX3" fmla="*/ 0 w 66951"/>
              <a:gd name="connsiteY3" fmla="*/ 565121 h 565121"/>
              <a:gd name="connsiteX4" fmla="*/ 0 w 66951"/>
              <a:gd name="connsiteY4" fmla="*/ 0 h 565121"/>
              <a:gd name="connsiteX0" fmla="*/ 0 w 131862"/>
              <a:gd name="connsiteY0" fmla="*/ 0 h 565121"/>
              <a:gd name="connsiteX1" fmla="*/ 66951 w 131862"/>
              <a:gd name="connsiteY1" fmla="*/ 0 h 565121"/>
              <a:gd name="connsiteX2" fmla="*/ 66951 w 131862"/>
              <a:gd name="connsiteY2" fmla="*/ 565121 h 565121"/>
              <a:gd name="connsiteX3" fmla="*/ 0 w 131862"/>
              <a:gd name="connsiteY3" fmla="*/ 565121 h 565121"/>
              <a:gd name="connsiteX4" fmla="*/ 0 w 131862"/>
              <a:gd name="connsiteY4" fmla="*/ 0 h 565121"/>
              <a:gd name="connsiteX0" fmla="*/ 0 w 177682"/>
              <a:gd name="connsiteY0" fmla="*/ 0 h 565121"/>
              <a:gd name="connsiteX1" fmla="*/ 66951 w 177682"/>
              <a:gd name="connsiteY1" fmla="*/ 0 h 565121"/>
              <a:gd name="connsiteX2" fmla="*/ 66951 w 177682"/>
              <a:gd name="connsiteY2" fmla="*/ 565121 h 565121"/>
              <a:gd name="connsiteX3" fmla="*/ 0 w 177682"/>
              <a:gd name="connsiteY3" fmla="*/ 565121 h 565121"/>
              <a:gd name="connsiteX4" fmla="*/ 0 w 177682"/>
              <a:gd name="connsiteY4" fmla="*/ 0 h 565121"/>
              <a:gd name="connsiteX0" fmla="*/ 0 w 186120"/>
              <a:gd name="connsiteY0" fmla="*/ 0 h 565121"/>
              <a:gd name="connsiteX1" fmla="*/ 66951 w 186120"/>
              <a:gd name="connsiteY1" fmla="*/ 0 h 565121"/>
              <a:gd name="connsiteX2" fmla="*/ 66951 w 186120"/>
              <a:gd name="connsiteY2" fmla="*/ 565121 h 565121"/>
              <a:gd name="connsiteX3" fmla="*/ 0 w 186120"/>
              <a:gd name="connsiteY3" fmla="*/ 565121 h 565121"/>
              <a:gd name="connsiteX4" fmla="*/ 0 w 186120"/>
              <a:gd name="connsiteY4" fmla="*/ 0 h 565121"/>
              <a:gd name="connsiteX0" fmla="*/ 0 w 190787"/>
              <a:gd name="connsiteY0" fmla="*/ 0 h 565121"/>
              <a:gd name="connsiteX1" fmla="*/ 66951 w 190787"/>
              <a:gd name="connsiteY1" fmla="*/ 0 h 565121"/>
              <a:gd name="connsiteX2" fmla="*/ 66951 w 190787"/>
              <a:gd name="connsiteY2" fmla="*/ 565121 h 565121"/>
              <a:gd name="connsiteX3" fmla="*/ 0 w 190787"/>
              <a:gd name="connsiteY3" fmla="*/ 565121 h 565121"/>
              <a:gd name="connsiteX4" fmla="*/ 0 w 190787"/>
              <a:gd name="connsiteY4" fmla="*/ 0 h 565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0787" h="565121">
                <a:moveTo>
                  <a:pt x="0" y="0"/>
                </a:moveTo>
                <a:lnTo>
                  <a:pt x="66951" y="0"/>
                </a:lnTo>
                <a:cubicBezTo>
                  <a:pt x="235226" y="153449"/>
                  <a:pt x="228876" y="408497"/>
                  <a:pt x="66951" y="565121"/>
                </a:cubicBezTo>
                <a:lnTo>
                  <a:pt x="0" y="5651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algn="ctr"/>
            <a:endParaRPr kumimoji="1" lang="en-JP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83108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dvanced 1/3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9">
            <a:extLst>
              <a:ext uri="{FF2B5EF4-FFF2-40B4-BE49-F238E27FC236}">
                <a16:creationId xmlns:a16="http://schemas.microsoft.com/office/drawing/2014/main" id="{FA0E4853-6203-46D1-5CCA-99779388DA6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188297" y="1088199"/>
            <a:ext cx="4004124" cy="5328026"/>
          </a:xfrm>
          <a:custGeom>
            <a:avLst/>
            <a:gdLst>
              <a:gd name="connsiteX0" fmla="*/ 0 w 7988356"/>
              <a:gd name="connsiteY0" fmla="*/ 393682 h 5322908"/>
              <a:gd name="connsiteX1" fmla="*/ 393682 w 7988356"/>
              <a:gd name="connsiteY1" fmla="*/ 0 h 5322908"/>
              <a:gd name="connsiteX2" fmla="*/ 7594674 w 7988356"/>
              <a:gd name="connsiteY2" fmla="*/ 0 h 5322908"/>
              <a:gd name="connsiteX3" fmla="*/ 7988356 w 7988356"/>
              <a:gd name="connsiteY3" fmla="*/ 393682 h 5322908"/>
              <a:gd name="connsiteX4" fmla="*/ 7988356 w 7988356"/>
              <a:gd name="connsiteY4" fmla="*/ 4929226 h 5322908"/>
              <a:gd name="connsiteX5" fmla="*/ 7594674 w 7988356"/>
              <a:gd name="connsiteY5" fmla="*/ 5322908 h 5322908"/>
              <a:gd name="connsiteX6" fmla="*/ 393682 w 7988356"/>
              <a:gd name="connsiteY6" fmla="*/ 5322908 h 5322908"/>
              <a:gd name="connsiteX7" fmla="*/ 0 w 7988356"/>
              <a:gd name="connsiteY7" fmla="*/ 4929226 h 5322908"/>
              <a:gd name="connsiteX8" fmla="*/ 0 w 7988356"/>
              <a:gd name="connsiteY8" fmla="*/ 393682 h 5322908"/>
              <a:gd name="connsiteX0" fmla="*/ 0 w 7988356"/>
              <a:gd name="connsiteY0" fmla="*/ 393682 h 5322908"/>
              <a:gd name="connsiteX1" fmla="*/ 393682 w 7988356"/>
              <a:gd name="connsiteY1" fmla="*/ 0 h 5322908"/>
              <a:gd name="connsiteX2" fmla="*/ 7754331 w 7988356"/>
              <a:gd name="connsiteY2" fmla="*/ 0 h 5322908"/>
              <a:gd name="connsiteX3" fmla="*/ 7988356 w 7988356"/>
              <a:gd name="connsiteY3" fmla="*/ 393682 h 5322908"/>
              <a:gd name="connsiteX4" fmla="*/ 7988356 w 7988356"/>
              <a:gd name="connsiteY4" fmla="*/ 4929226 h 5322908"/>
              <a:gd name="connsiteX5" fmla="*/ 7594674 w 7988356"/>
              <a:gd name="connsiteY5" fmla="*/ 5322908 h 5322908"/>
              <a:gd name="connsiteX6" fmla="*/ 393682 w 7988356"/>
              <a:gd name="connsiteY6" fmla="*/ 5322908 h 5322908"/>
              <a:gd name="connsiteX7" fmla="*/ 0 w 7988356"/>
              <a:gd name="connsiteY7" fmla="*/ 4929226 h 5322908"/>
              <a:gd name="connsiteX8" fmla="*/ 0 w 7988356"/>
              <a:gd name="connsiteY8" fmla="*/ 393682 h 5322908"/>
              <a:gd name="connsiteX0" fmla="*/ 0 w 8375094"/>
              <a:gd name="connsiteY0" fmla="*/ 505049 h 5434275"/>
              <a:gd name="connsiteX1" fmla="*/ 393682 w 8375094"/>
              <a:gd name="connsiteY1" fmla="*/ 111367 h 5434275"/>
              <a:gd name="connsiteX2" fmla="*/ 7754331 w 8375094"/>
              <a:gd name="connsiteY2" fmla="*/ 111367 h 5434275"/>
              <a:gd name="connsiteX3" fmla="*/ 7988356 w 8375094"/>
              <a:gd name="connsiteY3" fmla="*/ 505049 h 5434275"/>
              <a:gd name="connsiteX4" fmla="*/ 7988356 w 8375094"/>
              <a:gd name="connsiteY4" fmla="*/ 5040593 h 5434275"/>
              <a:gd name="connsiteX5" fmla="*/ 7594674 w 8375094"/>
              <a:gd name="connsiteY5" fmla="*/ 5434275 h 5434275"/>
              <a:gd name="connsiteX6" fmla="*/ 393682 w 8375094"/>
              <a:gd name="connsiteY6" fmla="*/ 5434275 h 5434275"/>
              <a:gd name="connsiteX7" fmla="*/ 0 w 8375094"/>
              <a:gd name="connsiteY7" fmla="*/ 5040593 h 5434275"/>
              <a:gd name="connsiteX8" fmla="*/ 0 w 8375094"/>
              <a:gd name="connsiteY8" fmla="*/ 505049 h 5434275"/>
              <a:gd name="connsiteX0" fmla="*/ 0 w 8391919"/>
              <a:gd name="connsiteY0" fmla="*/ 758810 h 5688036"/>
              <a:gd name="connsiteX1" fmla="*/ 393682 w 8391919"/>
              <a:gd name="connsiteY1" fmla="*/ 365128 h 5688036"/>
              <a:gd name="connsiteX2" fmla="*/ 7754331 w 8391919"/>
              <a:gd name="connsiteY2" fmla="*/ 365128 h 5688036"/>
              <a:gd name="connsiteX3" fmla="*/ 7988356 w 8391919"/>
              <a:gd name="connsiteY3" fmla="*/ 5294354 h 5688036"/>
              <a:gd name="connsiteX4" fmla="*/ 7594674 w 8391919"/>
              <a:gd name="connsiteY4" fmla="*/ 5688036 h 5688036"/>
              <a:gd name="connsiteX5" fmla="*/ 393682 w 8391919"/>
              <a:gd name="connsiteY5" fmla="*/ 5688036 h 5688036"/>
              <a:gd name="connsiteX6" fmla="*/ 0 w 8391919"/>
              <a:gd name="connsiteY6" fmla="*/ 5294354 h 5688036"/>
              <a:gd name="connsiteX7" fmla="*/ 0 w 8391919"/>
              <a:gd name="connsiteY7" fmla="*/ 758810 h 5688036"/>
              <a:gd name="connsiteX0" fmla="*/ 0 w 8391919"/>
              <a:gd name="connsiteY0" fmla="*/ 758810 h 5688036"/>
              <a:gd name="connsiteX1" fmla="*/ 393682 w 8391919"/>
              <a:gd name="connsiteY1" fmla="*/ 365128 h 5688036"/>
              <a:gd name="connsiteX2" fmla="*/ 7754331 w 8391919"/>
              <a:gd name="connsiteY2" fmla="*/ 365128 h 5688036"/>
              <a:gd name="connsiteX3" fmla="*/ 7988356 w 8391919"/>
              <a:gd name="connsiteY3" fmla="*/ 5294354 h 5688036"/>
              <a:gd name="connsiteX4" fmla="*/ 7594674 w 8391919"/>
              <a:gd name="connsiteY4" fmla="*/ 5688036 h 5688036"/>
              <a:gd name="connsiteX5" fmla="*/ 393682 w 8391919"/>
              <a:gd name="connsiteY5" fmla="*/ 5688036 h 5688036"/>
              <a:gd name="connsiteX6" fmla="*/ 0 w 8391919"/>
              <a:gd name="connsiteY6" fmla="*/ 5294354 h 5688036"/>
              <a:gd name="connsiteX7" fmla="*/ 0 w 8391919"/>
              <a:gd name="connsiteY7" fmla="*/ 758810 h 5688036"/>
              <a:gd name="connsiteX0" fmla="*/ 0 w 8391919"/>
              <a:gd name="connsiteY0" fmla="*/ 758810 h 5688036"/>
              <a:gd name="connsiteX1" fmla="*/ 393682 w 8391919"/>
              <a:gd name="connsiteY1" fmla="*/ 365128 h 5688036"/>
              <a:gd name="connsiteX2" fmla="*/ 7754331 w 8391919"/>
              <a:gd name="connsiteY2" fmla="*/ 365128 h 5688036"/>
              <a:gd name="connsiteX3" fmla="*/ 7988356 w 8391919"/>
              <a:gd name="connsiteY3" fmla="*/ 5294354 h 5688036"/>
              <a:gd name="connsiteX4" fmla="*/ 7594674 w 8391919"/>
              <a:gd name="connsiteY4" fmla="*/ 5688036 h 5688036"/>
              <a:gd name="connsiteX5" fmla="*/ 393682 w 8391919"/>
              <a:gd name="connsiteY5" fmla="*/ 5688036 h 5688036"/>
              <a:gd name="connsiteX6" fmla="*/ 0 w 8391919"/>
              <a:gd name="connsiteY6" fmla="*/ 5294354 h 5688036"/>
              <a:gd name="connsiteX7" fmla="*/ 0 w 8391919"/>
              <a:gd name="connsiteY7" fmla="*/ 758810 h 5688036"/>
              <a:gd name="connsiteX0" fmla="*/ 0 w 8391919"/>
              <a:gd name="connsiteY0" fmla="*/ 758810 h 5688036"/>
              <a:gd name="connsiteX1" fmla="*/ 393682 w 8391919"/>
              <a:gd name="connsiteY1" fmla="*/ 365128 h 5688036"/>
              <a:gd name="connsiteX2" fmla="*/ 7754331 w 8391919"/>
              <a:gd name="connsiteY2" fmla="*/ 365128 h 5688036"/>
              <a:gd name="connsiteX3" fmla="*/ 7988356 w 8391919"/>
              <a:gd name="connsiteY3" fmla="*/ 5294354 h 5688036"/>
              <a:gd name="connsiteX4" fmla="*/ 7594674 w 8391919"/>
              <a:gd name="connsiteY4" fmla="*/ 5688036 h 5688036"/>
              <a:gd name="connsiteX5" fmla="*/ 393682 w 8391919"/>
              <a:gd name="connsiteY5" fmla="*/ 5688036 h 5688036"/>
              <a:gd name="connsiteX6" fmla="*/ 0 w 8391919"/>
              <a:gd name="connsiteY6" fmla="*/ 5294354 h 5688036"/>
              <a:gd name="connsiteX7" fmla="*/ 0 w 8391919"/>
              <a:gd name="connsiteY7" fmla="*/ 758810 h 5688036"/>
              <a:gd name="connsiteX0" fmla="*/ 0 w 8391919"/>
              <a:gd name="connsiteY0" fmla="*/ 758810 h 5688036"/>
              <a:gd name="connsiteX1" fmla="*/ 393682 w 8391919"/>
              <a:gd name="connsiteY1" fmla="*/ 365128 h 5688036"/>
              <a:gd name="connsiteX2" fmla="*/ 7754331 w 8391919"/>
              <a:gd name="connsiteY2" fmla="*/ 365128 h 5688036"/>
              <a:gd name="connsiteX3" fmla="*/ 7988356 w 8391919"/>
              <a:gd name="connsiteY3" fmla="*/ 5294354 h 5688036"/>
              <a:gd name="connsiteX4" fmla="*/ 7594674 w 8391919"/>
              <a:gd name="connsiteY4" fmla="*/ 5688036 h 5688036"/>
              <a:gd name="connsiteX5" fmla="*/ 393682 w 8391919"/>
              <a:gd name="connsiteY5" fmla="*/ 5688036 h 5688036"/>
              <a:gd name="connsiteX6" fmla="*/ 0 w 8391919"/>
              <a:gd name="connsiteY6" fmla="*/ 5294354 h 5688036"/>
              <a:gd name="connsiteX7" fmla="*/ 0 w 8391919"/>
              <a:gd name="connsiteY7" fmla="*/ 758810 h 5688036"/>
              <a:gd name="connsiteX0" fmla="*/ 0 w 7996897"/>
              <a:gd name="connsiteY0" fmla="*/ 758810 h 5688036"/>
              <a:gd name="connsiteX1" fmla="*/ 393682 w 7996897"/>
              <a:gd name="connsiteY1" fmla="*/ 365128 h 5688036"/>
              <a:gd name="connsiteX2" fmla="*/ 7754331 w 7996897"/>
              <a:gd name="connsiteY2" fmla="*/ 365128 h 5688036"/>
              <a:gd name="connsiteX3" fmla="*/ 7988356 w 7996897"/>
              <a:gd name="connsiteY3" fmla="*/ 5294354 h 5688036"/>
              <a:gd name="connsiteX4" fmla="*/ 7594674 w 7996897"/>
              <a:gd name="connsiteY4" fmla="*/ 5688036 h 5688036"/>
              <a:gd name="connsiteX5" fmla="*/ 393682 w 7996897"/>
              <a:gd name="connsiteY5" fmla="*/ 5688036 h 5688036"/>
              <a:gd name="connsiteX6" fmla="*/ 0 w 7996897"/>
              <a:gd name="connsiteY6" fmla="*/ 5294354 h 5688036"/>
              <a:gd name="connsiteX7" fmla="*/ 0 w 7996897"/>
              <a:gd name="connsiteY7" fmla="*/ 758810 h 5688036"/>
              <a:gd name="connsiteX0" fmla="*/ 0 w 8074482"/>
              <a:gd name="connsiteY0" fmla="*/ 752721 h 5681947"/>
              <a:gd name="connsiteX1" fmla="*/ 393682 w 8074482"/>
              <a:gd name="connsiteY1" fmla="*/ 359039 h 5681947"/>
              <a:gd name="connsiteX2" fmla="*/ 7952039 w 8074482"/>
              <a:gd name="connsiteY2" fmla="*/ 367277 h 5681947"/>
              <a:gd name="connsiteX3" fmla="*/ 7988356 w 8074482"/>
              <a:gd name="connsiteY3" fmla="*/ 5288265 h 5681947"/>
              <a:gd name="connsiteX4" fmla="*/ 7594674 w 8074482"/>
              <a:gd name="connsiteY4" fmla="*/ 5681947 h 5681947"/>
              <a:gd name="connsiteX5" fmla="*/ 393682 w 8074482"/>
              <a:gd name="connsiteY5" fmla="*/ 5681947 h 5681947"/>
              <a:gd name="connsiteX6" fmla="*/ 0 w 8074482"/>
              <a:gd name="connsiteY6" fmla="*/ 5288265 h 5681947"/>
              <a:gd name="connsiteX7" fmla="*/ 0 w 8074482"/>
              <a:gd name="connsiteY7" fmla="*/ 752721 h 5681947"/>
              <a:gd name="connsiteX0" fmla="*/ 0 w 8074482"/>
              <a:gd name="connsiteY0" fmla="*/ 393682 h 5322908"/>
              <a:gd name="connsiteX1" fmla="*/ 393682 w 8074482"/>
              <a:gd name="connsiteY1" fmla="*/ 0 h 5322908"/>
              <a:gd name="connsiteX2" fmla="*/ 7952039 w 8074482"/>
              <a:gd name="connsiteY2" fmla="*/ 8238 h 5322908"/>
              <a:gd name="connsiteX3" fmla="*/ 7988356 w 8074482"/>
              <a:gd name="connsiteY3" fmla="*/ 4929226 h 5322908"/>
              <a:gd name="connsiteX4" fmla="*/ 7594674 w 8074482"/>
              <a:gd name="connsiteY4" fmla="*/ 5322908 h 5322908"/>
              <a:gd name="connsiteX5" fmla="*/ 393682 w 8074482"/>
              <a:gd name="connsiteY5" fmla="*/ 5322908 h 5322908"/>
              <a:gd name="connsiteX6" fmla="*/ 0 w 8074482"/>
              <a:gd name="connsiteY6" fmla="*/ 4929226 h 5322908"/>
              <a:gd name="connsiteX7" fmla="*/ 0 w 8074482"/>
              <a:gd name="connsiteY7" fmla="*/ 393682 h 5322908"/>
              <a:gd name="connsiteX0" fmla="*/ 0 w 7997034"/>
              <a:gd name="connsiteY0" fmla="*/ 393682 h 5322908"/>
              <a:gd name="connsiteX1" fmla="*/ 393682 w 7997034"/>
              <a:gd name="connsiteY1" fmla="*/ 0 h 5322908"/>
              <a:gd name="connsiteX2" fmla="*/ 7952039 w 7997034"/>
              <a:gd name="connsiteY2" fmla="*/ 8238 h 5322908"/>
              <a:gd name="connsiteX3" fmla="*/ 7988356 w 7997034"/>
              <a:gd name="connsiteY3" fmla="*/ 4929226 h 5322908"/>
              <a:gd name="connsiteX4" fmla="*/ 7594674 w 7997034"/>
              <a:gd name="connsiteY4" fmla="*/ 5322908 h 5322908"/>
              <a:gd name="connsiteX5" fmla="*/ 393682 w 7997034"/>
              <a:gd name="connsiteY5" fmla="*/ 5322908 h 5322908"/>
              <a:gd name="connsiteX6" fmla="*/ 0 w 7997034"/>
              <a:gd name="connsiteY6" fmla="*/ 4929226 h 5322908"/>
              <a:gd name="connsiteX7" fmla="*/ 0 w 7997034"/>
              <a:gd name="connsiteY7" fmla="*/ 393682 h 5322908"/>
              <a:gd name="connsiteX0" fmla="*/ 0 w 8001873"/>
              <a:gd name="connsiteY0" fmla="*/ 393682 h 5322908"/>
              <a:gd name="connsiteX1" fmla="*/ 393682 w 8001873"/>
              <a:gd name="connsiteY1" fmla="*/ 0 h 5322908"/>
              <a:gd name="connsiteX2" fmla="*/ 7975852 w 8001873"/>
              <a:gd name="connsiteY2" fmla="*/ 8238 h 5322908"/>
              <a:gd name="connsiteX3" fmla="*/ 7988356 w 8001873"/>
              <a:gd name="connsiteY3" fmla="*/ 4929226 h 5322908"/>
              <a:gd name="connsiteX4" fmla="*/ 7594674 w 8001873"/>
              <a:gd name="connsiteY4" fmla="*/ 5322908 h 5322908"/>
              <a:gd name="connsiteX5" fmla="*/ 393682 w 8001873"/>
              <a:gd name="connsiteY5" fmla="*/ 5322908 h 5322908"/>
              <a:gd name="connsiteX6" fmla="*/ 0 w 8001873"/>
              <a:gd name="connsiteY6" fmla="*/ 4929226 h 5322908"/>
              <a:gd name="connsiteX7" fmla="*/ 0 w 8001873"/>
              <a:gd name="connsiteY7" fmla="*/ 393682 h 5322908"/>
              <a:gd name="connsiteX0" fmla="*/ 0 w 8000568"/>
              <a:gd name="connsiteY0" fmla="*/ 393682 h 5322908"/>
              <a:gd name="connsiteX1" fmla="*/ 393682 w 8000568"/>
              <a:gd name="connsiteY1" fmla="*/ 0 h 5322908"/>
              <a:gd name="connsiteX2" fmla="*/ 7971090 w 8000568"/>
              <a:gd name="connsiteY2" fmla="*/ 8238 h 5322908"/>
              <a:gd name="connsiteX3" fmla="*/ 7988356 w 8000568"/>
              <a:gd name="connsiteY3" fmla="*/ 4929226 h 5322908"/>
              <a:gd name="connsiteX4" fmla="*/ 7594674 w 8000568"/>
              <a:gd name="connsiteY4" fmla="*/ 5322908 h 5322908"/>
              <a:gd name="connsiteX5" fmla="*/ 393682 w 8000568"/>
              <a:gd name="connsiteY5" fmla="*/ 5322908 h 5322908"/>
              <a:gd name="connsiteX6" fmla="*/ 0 w 8000568"/>
              <a:gd name="connsiteY6" fmla="*/ 4929226 h 5322908"/>
              <a:gd name="connsiteX7" fmla="*/ 0 w 8000568"/>
              <a:gd name="connsiteY7" fmla="*/ 393682 h 5322908"/>
              <a:gd name="connsiteX0" fmla="*/ 0 w 8000568"/>
              <a:gd name="connsiteY0" fmla="*/ 393682 h 5322908"/>
              <a:gd name="connsiteX1" fmla="*/ 393682 w 8000568"/>
              <a:gd name="connsiteY1" fmla="*/ 0 h 5322908"/>
              <a:gd name="connsiteX2" fmla="*/ 7971090 w 8000568"/>
              <a:gd name="connsiteY2" fmla="*/ 3476 h 5322908"/>
              <a:gd name="connsiteX3" fmla="*/ 7988356 w 8000568"/>
              <a:gd name="connsiteY3" fmla="*/ 4929226 h 5322908"/>
              <a:gd name="connsiteX4" fmla="*/ 7594674 w 8000568"/>
              <a:gd name="connsiteY4" fmla="*/ 5322908 h 5322908"/>
              <a:gd name="connsiteX5" fmla="*/ 393682 w 8000568"/>
              <a:gd name="connsiteY5" fmla="*/ 5322908 h 5322908"/>
              <a:gd name="connsiteX6" fmla="*/ 0 w 8000568"/>
              <a:gd name="connsiteY6" fmla="*/ 4929226 h 5322908"/>
              <a:gd name="connsiteX7" fmla="*/ 0 w 8000568"/>
              <a:gd name="connsiteY7" fmla="*/ 393682 h 5322908"/>
              <a:gd name="connsiteX0" fmla="*/ 0 w 7998730"/>
              <a:gd name="connsiteY0" fmla="*/ 393682 h 5322908"/>
              <a:gd name="connsiteX1" fmla="*/ 393682 w 7998730"/>
              <a:gd name="connsiteY1" fmla="*/ 0 h 5322908"/>
              <a:gd name="connsiteX2" fmla="*/ 7971090 w 7998730"/>
              <a:gd name="connsiteY2" fmla="*/ 3476 h 5322908"/>
              <a:gd name="connsiteX3" fmla="*/ 7988356 w 7998730"/>
              <a:gd name="connsiteY3" fmla="*/ 4929226 h 5322908"/>
              <a:gd name="connsiteX4" fmla="*/ 7594674 w 7998730"/>
              <a:gd name="connsiteY4" fmla="*/ 5322908 h 5322908"/>
              <a:gd name="connsiteX5" fmla="*/ 393682 w 7998730"/>
              <a:gd name="connsiteY5" fmla="*/ 5322908 h 5322908"/>
              <a:gd name="connsiteX6" fmla="*/ 0 w 7998730"/>
              <a:gd name="connsiteY6" fmla="*/ 4929226 h 5322908"/>
              <a:gd name="connsiteX7" fmla="*/ 0 w 7998730"/>
              <a:gd name="connsiteY7" fmla="*/ 393682 h 5322908"/>
              <a:gd name="connsiteX0" fmla="*/ 0 w 7999733"/>
              <a:gd name="connsiteY0" fmla="*/ 394968 h 5324194"/>
              <a:gd name="connsiteX1" fmla="*/ 393682 w 7999733"/>
              <a:gd name="connsiteY1" fmla="*/ 1286 h 5324194"/>
              <a:gd name="connsiteX2" fmla="*/ 7975853 w 7999733"/>
              <a:gd name="connsiteY2" fmla="*/ 0 h 5324194"/>
              <a:gd name="connsiteX3" fmla="*/ 7988356 w 7999733"/>
              <a:gd name="connsiteY3" fmla="*/ 4930512 h 5324194"/>
              <a:gd name="connsiteX4" fmla="*/ 7594674 w 7999733"/>
              <a:gd name="connsiteY4" fmla="*/ 5324194 h 5324194"/>
              <a:gd name="connsiteX5" fmla="*/ 393682 w 7999733"/>
              <a:gd name="connsiteY5" fmla="*/ 5324194 h 5324194"/>
              <a:gd name="connsiteX6" fmla="*/ 0 w 7999733"/>
              <a:gd name="connsiteY6" fmla="*/ 4930512 h 5324194"/>
              <a:gd name="connsiteX7" fmla="*/ 0 w 7999733"/>
              <a:gd name="connsiteY7" fmla="*/ 394968 h 5324194"/>
              <a:gd name="connsiteX0" fmla="*/ 0 w 8727594"/>
              <a:gd name="connsiteY0" fmla="*/ 394968 h 5324194"/>
              <a:gd name="connsiteX1" fmla="*/ 393682 w 8727594"/>
              <a:gd name="connsiteY1" fmla="*/ 1286 h 5324194"/>
              <a:gd name="connsiteX2" fmla="*/ 7975853 w 8727594"/>
              <a:gd name="connsiteY2" fmla="*/ 0 h 5324194"/>
              <a:gd name="connsiteX3" fmla="*/ 7594674 w 8727594"/>
              <a:gd name="connsiteY3" fmla="*/ 5324194 h 5324194"/>
              <a:gd name="connsiteX4" fmla="*/ 393682 w 8727594"/>
              <a:gd name="connsiteY4" fmla="*/ 5324194 h 5324194"/>
              <a:gd name="connsiteX5" fmla="*/ 0 w 8727594"/>
              <a:gd name="connsiteY5" fmla="*/ 4930512 h 5324194"/>
              <a:gd name="connsiteX6" fmla="*/ 0 w 8727594"/>
              <a:gd name="connsiteY6" fmla="*/ 394968 h 5324194"/>
              <a:gd name="connsiteX0" fmla="*/ 0 w 8907174"/>
              <a:gd name="connsiteY0" fmla="*/ 394968 h 5324194"/>
              <a:gd name="connsiteX1" fmla="*/ 393682 w 8907174"/>
              <a:gd name="connsiteY1" fmla="*/ 1286 h 5324194"/>
              <a:gd name="connsiteX2" fmla="*/ 7975853 w 8907174"/>
              <a:gd name="connsiteY2" fmla="*/ 0 h 5324194"/>
              <a:gd name="connsiteX3" fmla="*/ 7989961 w 8907174"/>
              <a:gd name="connsiteY3" fmla="*/ 5324194 h 5324194"/>
              <a:gd name="connsiteX4" fmla="*/ 393682 w 8907174"/>
              <a:gd name="connsiteY4" fmla="*/ 5324194 h 5324194"/>
              <a:gd name="connsiteX5" fmla="*/ 0 w 8907174"/>
              <a:gd name="connsiteY5" fmla="*/ 4930512 h 5324194"/>
              <a:gd name="connsiteX6" fmla="*/ 0 w 8907174"/>
              <a:gd name="connsiteY6" fmla="*/ 394968 h 5324194"/>
              <a:gd name="connsiteX0" fmla="*/ 0 w 8513309"/>
              <a:gd name="connsiteY0" fmla="*/ 394968 h 5324194"/>
              <a:gd name="connsiteX1" fmla="*/ 393682 w 8513309"/>
              <a:gd name="connsiteY1" fmla="*/ 1286 h 5324194"/>
              <a:gd name="connsiteX2" fmla="*/ 7975853 w 8513309"/>
              <a:gd name="connsiteY2" fmla="*/ 0 h 5324194"/>
              <a:gd name="connsiteX3" fmla="*/ 7989961 w 8513309"/>
              <a:gd name="connsiteY3" fmla="*/ 5324194 h 5324194"/>
              <a:gd name="connsiteX4" fmla="*/ 393682 w 8513309"/>
              <a:gd name="connsiteY4" fmla="*/ 5324194 h 5324194"/>
              <a:gd name="connsiteX5" fmla="*/ 0 w 8513309"/>
              <a:gd name="connsiteY5" fmla="*/ 4930512 h 5324194"/>
              <a:gd name="connsiteX6" fmla="*/ 0 w 8513309"/>
              <a:gd name="connsiteY6" fmla="*/ 394968 h 5324194"/>
              <a:gd name="connsiteX0" fmla="*/ 0 w 8510814"/>
              <a:gd name="connsiteY0" fmla="*/ 394968 h 5324194"/>
              <a:gd name="connsiteX1" fmla="*/ 393682 w 8510814"/>
              <a:gd name="connsiteY1" fmla="*/ 1286 h 5324194"/>
              <a:gd name="connsiteX2" fmla="*/ 7975853 w 8510814"/>
              <a:gd name="connsiteY2" fmla="*/ 0 h 5324194"/>
              <a:gd name="connsiteX3" fmla="*/ 7980436 w 8510814"/>
              <a:gd name="connsiteY3" fmla="*/ 5324194 h 5324194"/>
              <a:gd name="connsiteX4" fmla="*/ 393682 w 8510814"/>
              <a:gd name="connsiteY4" fmla="*/ 5324194 h 5324194"/>
              <a:gd name="connsiteX5" fmla="*/ 0 w 8510814"/>
              <a:gd name="connsiteY5" fmla="*/ 4930512 h 5324194"/>
              <a:gd name="connsiteX6" fmla="*/ 0 w 8510814"/>
              <a:gd name="connsiteY6" fmla="*/ 394968 h 5324194"/>
              <a:gd name="connsiteX0" fmla="*/ 0 w 7981082"/>
              <a:gd name="connsiteY0" fmla="*/ 394968 h 5324194"/>
              <a:gd name="connsiteX1" fmla="*/ 393682 w 7981082"/>
              <a:gd name="connsiteY1" fmla="*/ 1286 h 5324194"/>
              <a:gd name="connsiteX2" fmla="*/ 7975853 w 7981082"/>
              <a:gd name="connsiteY2" fmla="*/ 0 h 5324194"/>
              <a:gd name="connsiteX3" fmla="*/ 7980436 w 7981082"/>
              <a:gd name="connsiteY3" fmla="*/ 5324194 h 5324194"/>
              <a:gd name="connsiteX4" fmla="*/ 393682 w 7981082"/>
              <a:gd name="connsiteY4" fmla="*/ 5324194 h 5324194"/>
              <a:gd name="connsiteX5" fmla="*/ 0 w 7981082"/>
              <a:gd name="connsiteY5" fmla="*/ 4930512 h 5324194"/>
              <a:gd name="connsiteX6" fmla="*/ 0 w 7981082"/>
              <a:gd name="connsiteY6" fmla="*/ 394968 h 5324194"/>
              <a:gd name="connsiteX0" fmla="*/ 0 w 7980454"/>
              <a:gd name="connsiteY0" fmla="*/ 394968 h 5324194"/>
              <a:gd name="connsiteX1" fmla="*/ 393682 w 7980454"/>
              <a:gd name="connsiteY1" fmla="*/ 1286 h 5324194"/>
              <a:gd name="connsiteX2" fmla="*/ 7870345 w 7980454"/>
              <a:gd name="connsiteY2" fmla="*/ 0 h 5324194"/>
              <a:gd name="connsiteX3" fmla="*/ 7980436 w 7980454"/>
              <a:gd name="connsiteY3" fmla="*/ 5324194 h 5324194"/>
              <a:gd name="connsiteX4" fmla="*/ 393682 w 7980454"/>
              <a:gd name="connsiteY4" fmla="*/ 5324194 h 5324194"/>
              <a:gd name="connsiteX5" fmla="*/ 0 w 7980454"/>
              <a:gd name="connsiteY5" fmla="*/ 4930512 h 5324194"/>
              <a:gd name="connsiteX6" fmla="*/ 0 w 7980454"/>
              <a:gd name="connsiteY6" fmla="*/ 394968 h 5324194"/>
              <a:gd name="connsiteX0" fmla="*/ 0 w 7980454"/>
              <a:gd name="connsiteY0" fmla="*/ 394968 h 5324194"/>
              <a:gd name="connsiteX1" fmla="*/ 393682 w 7980454"/>
              <a:gd name="connsiteY1" fmla="*/ 1286 h 5324194"/>
              <a:gd name="connsiteX2" fmla="*/ 7870345 w 7980454"/>
              <a:gd name="connsiteY2" fmla="*/ 0 h 5324194"/>
              <a:gd name="connsiteX3" fmla="*/ 7980436 w 7980454"/>
              <a:gd name="connsiteY3" fmla="*/ 5324194 h 5324194"/>
              <a:gd name="connsiteX4" fmla="*/ 393682 w 7980454"/>
              <a:gd name="connsiteY4" fmla="*/ 5324194 h 5324194"/>
              <a:gd name="connsiteX5" fmla="*/ 0 w 7980454"/>
              <a:gd name="connsiteY5" fmla="*/ 4930512 h 5324194"/>
              <a:gd name="connsiteX6" fmla="*/ 0 w 7980454"/>
              <a:gd name="connsiteY6" fmla="*/ 394968 h 5324194"/>
              <a:gd name="connsiteX0" fmla="*/ 0 w 7873751"/>
              <a:gd name="connsiteY0" fmla="*/ 394968 h 5324194"/>
              <a:gd name="connsiteX1" fmla="*/ 393682 w 7873751"/>
              <a:gd name="connsiteY1" fmla="*/ 1286 h 5324194"/>
              <a:gd name="connsiteX2" fmla="*/ 7870345 w 7873751"/>
              <a:gd name="connsiteY2" fmla="*/ 0 h 5324194"/>
              <a:gd name="connsiteX3" fmla="*/ 7872330 w 7873751"/>
              <a:gd name="connsiteY3" fmla="*/ 5324194 h 5324194"/>
              <a:gd name="connsiteX4" fmla="*/ 393682 w 7873751"/>
              <a:gd name="connsiteY4" fmla="*/ 5324194 h 5324194"/>
              <a:gd name="connsiteX5" fmla="*/ 0 w 7873751"/>
              <a:gd name="connsiteY5" fmla="*/ 4930512 h 5324194"/>
              <a:gd name="connsiteX6" fmla="*/ 0 w 7873751"/>
              <a:gd name="connsiteY6" fmla="*/ 394968 h 5324194"/>
              <a:gd name="connsiteX0" fmla="*/ 0 w 7876724"/>
              <a:gd name="connsiteY0" fmla="*/ 394968 h 5324194"/>
              <a:gd name="connsiteX1" fmla="*/ 393682 w 7876724"/>
              <a:gd name="connsiteY1" fmla="*/ 1286 h 5324194"/>
              <a:gd name="connsiteX2" fmla="*/ 7874849 w 7876724"/>
              <a:gd name="connsiteY2" fmla="*/ 0 h 5324194"/>
              <a:gd name="connsiteX3" fmla="*/ 7872330 w 7876724"/>
              <a:gd name="connsiteY3" fmla="*/ 5324194 h 5324194"/>
              <a:gd name="connsiteX4" fmla="*/ 393682 w 7876724"/>
              <a:gd name="connsiteY4" fmla="*/ 5324194 h 5324194"/>
              <a:gd name="connsiteX5" fmla="*/ 0 w 7876724"/>
              <a:gd name="connsiteY5" fmla="*/ 4930512 h 5324194"/>
              <a:gd name="connsiteX6" fmla="*/ 0 w 7876724"/>
              <a:gd name="connsiteY6" fmla="*/ 394968 h 5324194"/>
              <a:gd name="connsiteX0" fmla="*/ 0 w 7874889"/>
              <a:gd name="connsiteY0" fmla="*/ 394968 h 5324194"/>
              <a:gd name="connsiteX1" fmla="*/ 393682 w 7874889"/>
              <a:gd name="connsiteY1" fmla="*/ 1286 h 5324194"/>
              <a:gd name="connsiteX2" fmla="*/ 7874849 w 7874889"/>
              <a:gd name="connsiteY2" fmla="*/ 0 h 5324194"/>
              <a:gd name="connsiteX3" fmla="*/ 7872330 w 7874889"/>
              <a:gd name="connsiteY3" fmla="*/ 5324194 h 5324194"/>
              <a:gd name="connsiteX4" fmla="*/ 393682 w 7874889"/>
              <a:gd name="connsiteY4" fmla="*/ 5324194 h 5324194"/>
              <a:gd name="connsiteX5" fmla="*/ 0 w 7874889"/>
              <a:gd name="connsiteY5" fmla="*/ 4930512 h 5324194"/>
              <a:gd name="connsiteX6" fmla="*/ 0 w 7874889"/>
              <a:gd name="connsiteY6" fmla="*/ 394968 h 5324194"/>
              <a:gd name="connsiteX0" fmla="*/ 0 w 7874889"/>
              <a:gd name="connsiteY0" fmla="*/ 394968 h 5324194"/>
              <a:gd name="connsiteX1" fmla="*/ 393682 w 7874889"/>
              <a:gd name="connsiteY1" fmla="*/ 1286 h 5324194"/>
              <a:gd name="connsiteX2" fmla="*/ 7874849 w 7874889"/>
              <a:gd name="connsiteY2" fmla="*/ 0 h 5324194"/>
              <a:gd name="connsiteX3" fmla="*/ 7872330 w 7874889"/>
              <a:gd name="connsiteY3" fmla="*/ 5324194 h 5324194"/>
              <a:gd name="connsiteX4" fmla="*/ 393682 w 7874889"/>
              <a:gd name="connsiteY4" fmla="*/ 5324194 h 5324194"/>
              <a:gd name="connsiteX5" fmla="*/ 0 w 7874889"/>
              <a:gd name="connsiteY5" fmla="*/ 4930512 h 5324194"/>
              <a:gd name="connsiteX6" fmla="*/ 0 w 7874889"/>
              <a:gd name="connsiteY6" fmla="*/ 394968 h 5324194"/>
              <a:gd name="connsiteX0" fmla="*/ 0 w 7872331"/>
              <a:gd name="connsiteY0" fmla="*/ 394968 h 5324194"/>
              <a:gd name="connsiteX1" fmla="*/ 393682 w 7872331"/>
              <a:gd name="connsiteY1" fmla="*/ 1286 h 5324194"/>
              <a:gd name="connsiteX2" fmla="*/ 5876715 w 7872331"/>
              <a:gd name="connsiteY2" fmla="*/ 0 h 5324194"/>
              <a:gd name="connsiteX3" fmla="*/ 7872330 w 7872331"/>
              <a:gd name="connsiteY3" fmla="*/ 5324194 h 5324194"/>
              <a:gd name="connsiteX4" fmla="*/ 393682 w 7872331"/>
              <a:gd name="connsiteY4" fmla="*/ 5324194 h 5324194"/>
              <a:gd name="connsiteX5" fmla="*/ 0 w 7872331"/>
              <a:gd name="connsiteY5" fmla="*/ 4930512 h 5324194"/>
              <a:gd name="connsiteX6" fmla="*/ 0 w 7872331"/>
              <a:gd name="connsiteY6" fmla="*/ 394968 h 5324194"/>
              <a:gd name="connsiteX0" fmla="*/ 0 w 5885664"/>
              <a:gd name="connsiteY0" fmla="*/ 394968 h 5335483"/>
              <a:gd name="connsiteX1" fmla="*/ 393682 w 5885664"/>
              <a:gd name="connsiteY1" fmla="*/ 1286 h 5335483"/>
              <a:gd name="connsiteX2" fmla="*/ 5876715 w 5885664"/>
              <a:gd name="connsiteY2" fmla="*/ 0 h 5335483"/>
              <a:gd name="connsiteX3" fmla="*/ 5885486 w 5885664"/>
              <a:gd name="connsiteY3" fmla="*/ 5335483 h 5335483"/>
              <a:gd name="connsiteX4" fmla="*/ 393682 w 5885664"/>
              <a:gd name="connsiteY4" fmla="*/ 5324194 h 5335483"/>
              <a:gd name="connsiteX5" fmla="*/ 0 w 5885664"/>
              <a:gd name="connsiteY5" fmla="*/ 4930512 h 5335483"/>
              <a:gd name="connsiteX6" fmla="*/ 0 w 5885664"/>
              <a:gd name="connsiteY6" fmla="*/ 394968 h 5335483"/>
              <a:gd name="connsiteX0" fmla="*/ 0 w 5876825"/>
              <a:gd name="connsiteY0" fmla="*/ 394968 h 5335483"/>
              <a:gd name="connsiteX1" fmla="*/ 393682 w 5876825"/>
              <a:gd name="connsiteY1" fmla="*/ 1286 h 5335483"/>
              <a:gd name="connsiteX2" fmla="*/ 5876715 w 5876825"/>
              <a:gd name="connsiteY2" fmla="*/ 0 h 5335483"/>
              <a:gd name="connsiteX3" fmla="*/ 5875212 w 5876825"/>
              <a:gd name="connsiteY3" fmla="*/ 5335483 h 5335483"/>
              <a:gd name="connsiteX4" fmla="*/ 393682 w 5876825"/>
              <a:gd name="connsiteY4" fmla="*/ 5324194 h 5335483"/>
              <a:gd name="connsiteX5" fmla="*/ 0 w 5876825"/>
              <a:gd name="connsiteY5" fmla="*/ 4930512 h 5335483"/>
              <a:gd name="connsiteX6" fmla="*/ 0 w 5876825"/>
              <a:gd name="connsiteY6" fmla="*/ 394968 h 5335483"/>
              <a:gd name="connsiteX0" fmla="*/ 0 w 5885281"/>
              <a:gd name="connsiteY0" fmla="*/ 394968 h 5330540"/>
              <a:gd name="connsiteX1" fmla="*/ 393682 w 5885281"/>
              <a:gd name="connsiteY1" fmla="*/ 1286 h 5330540"/>
              <a:gd name="connsiteX2" fmla="*/ 5876715 w 5885281"/>
              <a:gd name="connsiteY2" fmla="*/ 0 h 5330540"/>
              <a:gd name="connsiteX3" fmla="*/ 5885097 w 5885281"/>
              <a:gd name="connsiteY3" fmla="*/ 5330540 h 5330540"/>
              <a:gd name="connsiteX4" fmla="*/ 393682 w 5885281"/>
              <a:gd name="connsiteY4" fmla="*/ 5324194 h 5330540"/>
              <a:gd name="connsiteX5" fmla="*/ 0 w 5885281"/>
              <a:gd name="connsiteY5" fmla="*/ 4930512 h 5330540"/>
              <a:gd name="connsiteX6" fmla="*/ 0 w 5885281"/>
              <a:gd name="connsiteY6" fmla="*/ 394968 h 5330540"/>
              <a:gd name="connsiteX0" fmla="*/ 0 w 5885098"/>
              <a:gd name="connsiteY0" fmla="*/ 394968 h 5330540"/>
              <a:gd name="connsiteX1" fmla="*/ 393682 w 5885098"/>
              <a:gd name="connsiteY1" fmla="*/ 1286 h 5330540"/>
              <a:gd name="connsiteX2" fmla="*/ 4010593 w 5885098"/>
              <a:gd name="connsiteY2" fmla="*/ 0 h 5330540"/>
              <a:gd name="connsiteX3" fmla="*/ 5885097 w 5885098"/>
              <a:gd name="connsiteY3" fmla="*/ 5330540 h 5330540"/>
              <a:gd name="connsiteX4" fmla="*/ 393682 w 5885098"/>
              <a:gd name="connsiteY4" fmla="*/ 5324194 h 5330540"/>
              <a:gd name="connsiteX5" fmla="*/ 0 w 5885098"/>
              <a:gd name="connsiteY5" fmla="*/ 4930512 h 5330540"/>
              <a:gd name="connsiteX6" fmla="*/ 0 w 5885098"/>
              <a:gd name="connsiteY6" fmla="*/ 394968 h 5330540"/>
              <a:gd name="connsiteX0" fmla="*/ 0 w 4019159"/>
              <a:gd name="connsiteY0" fmla="*/ 394968 h 5324194"/>
              <a:gd name="connsiteX1" fmla="*/ 393682 w 4019159"/>
              <a:gd name="connsiteY1" fmla="*/ 1286 h 5324194"/>
              <a:gd name="connsiteX2" fmla="*/ 4010593 w 4019159"/>
              <a:gd name="connsiteY2" fmla="*/ 0 h 5324194"/>
              <a:gd name="connsiteX3" fmla="*/ 4018975 w 4019159"/>
              <a:gd name="connsiteY3" fmla="*/ 5311878 h 5324194"/>
              <a:gd name="connsiteX4" fmla="*/ 393682 w 4019159"/>
              <a:gd name="connsiteY4" fmla="*/ 5324194 h 5324194"/>
              <a:gd name="connsiteX5" fmla="*/ 0 w 4019159"/>
              <a:gd name="connsiteY5" fmla="*/ 4930512 h 5324194"/>
              <a:gd name="connsiteX6" fmla="*/ 0 w 4019159"/>
              <a:gd name="connsiteY6" fmla="*/ 394968 h 5324194"/>
              <a:gd name="connsiteX0" fmla="*/ 0 w 4010607"/>
              <a:gd name="connsiteY0" fmla="*/ 394968 h 5325227"/>
              <a:gd name="connsiteX1" fmla="*/ 393682 w 4010607"/>
              <a:gd name="connsiteY1" fmla="*/ 1286 h 5325227"/>
              <a:gd name="connsiteX2" fmla="*/ 4010593 w 4010607"/>
              <a:gd name="connsiteY2" fmla="*/ 0 h 5325227"/>
              <a:gd name="connsiteX3" fmla="*/ 4005626 w 4010607"/>
              <a:gd name="connsiteY3" fmla="*/ 5325227 h 5325227"/>
              <a:gd name="connsiteX4" fmla="*/ 393682 w 4010607"/>
              <a:gd name="connsiteY4" fmla="*/ 5324194 h 5325227"/>
              <a:gd name="connsiteX5" fmla="*/ 0 w 4010607"/>
              <a:gd name="connsiteY5" fmla="*/ 4930512 h 5325227"/>
              <a:gd name="connsiteX6" fmla="*/ 0 w 4010607"/>
              <a:gd name="connsiteY6" fmla="*/ 394968 h 5325227"/>
              <a:gd name="connsiteX0" fmla="*/ 0 w 4010598"/>
              <a:gd name="connsiteY0" fmla="*/ 394968 h 5331901"/>
              <a:gd name="connsiteX1" fmla="*/ 393682 w 4010598"/>
              <a:gd name="connsiteY1" fmla="*/ 1286 h 5331901"/>
              <a:gd name="connsiteX2" fmla="*/ 4010593 w 4010598"/>
              <a:gd name="connsiteY2" fmla="*/ 0 h 5331901"/>
              <a:gd name="connsiteX3" fmla="*/ 3998952 w 4010598"/>
              <a:gd name="connsiteY3" fmla="*/ 5331901 h 5331901"/>
              <a:gd name="connsiteX4" fmla="*/ 393682 w 4010598"/>
              <a:gd name="connsiteY4" fmla="*/ 5324194 h 5331901"/>
              <a:gd name="connsiteX5" fmla="*/ 0 w 4010598"/>
              <a:gd name="connsiteY5" fmla="*/ 4930512 h 5331901"/>
              <a:gd name="connsiteX6" fmla="*/ 0 w 4010598"/>
              <a:gd name="connsiteY6" fmla="*/ 394968 h 5331901"/>
              <a:gd name="connsiteX0" fmla="*/ 0 w 4003933"/>
              <a:gd name="connsiteY0" fmla="*/ 394968 h 5331901"/>
              <a:gd name="connsiteX1" fmla="*/ 393682 w 4003933"/>
              <a:gd name="connsiteY1" fmla="*/ 1286 h 5331901"/>
              <a:gd name="connsiteX2" fmla="*/ 4003919 w 4003933"/>
              <a:gd name="connsiteY2" fmla="*/ 0 h 5331901"/>
              <a:gd name="connsiteX3" fmla="*/ 3998952 w 4003933"/>
              <a:gd name="connsiteY3" fmla="*/ 5331901 h 5331901"/>
              <a:gd name="connsiteX4" fmla="*/ 393682 w 4003933"/>
              <a:gd name="connsiteY4" fmla="*/ 5324194 h 5331901"/>
              <a:gd name="connsiteX5" fmla="*/ 0 w 4003933"/>
              <a:gd name="connsiteY5" fmla="*/ 4930512 h 5331901"/>
              <a:gd name="connsiteX6" fmla="*/ 0 w 4003933"/>
              <a:gd name="connsiteY6" fmla="*/ 394968 h 5331901"/>
              <a:gd name="connsiteX0" fmla="*/ 0 w 4003933"/>
              <a:gd name="connsiteY0" fmla="*/ 394968 h 5331901"/>
              <a:gd name="connsiteX1" fmla="*/ 393682 w 4003933"/>
              <a:gd name="connsiteY1" fmla="*/ 1286 h 5331901"/>
              <a:gd name="connsiteX2" fmla="*/ 4003919 w 4003933"/>
              <a:gd name="connsiteY2" fmla="*/ 0 h 5331901"/>
              <a:gd name="connsiteX3" fmla="*/ 3998952 w 4003933"/>
              <a:gd name="connsiteY3" fmla="*/ 5331901 h 5331901"/>
              <a:gd name="connsiteX4" fmla="*/ 393682 w 4003933"/>
              <a:gd name="connsiteY4" fmla="*/ 5324194 h 5331901"/>
              <a:gd name="connsiteX5" fmla="*/ 0 w 4003933"/>
              <a:gd name="connsiteY5" fmla="*/ 4930512 h 5331901"/>
              <a:gd name="connsiteX6" fmla="*/ 0 w 4003933"/>
              <a:gd name="connsiteY6" fmla="*/ 394968 h 5331901"/>
              <a:gd name="connsiteX0" fmla="*/ 0 w 4004124"/>
              <a:gd name="connsiteY0" fmla="*/ 394968 h 5328026"/>
              <a:gd name="connsiteX1" fmla="*/ 393682 w 4004124"/>
              <a:gd name="connsiteY1" fmla="*/ 1286 h 5328026"/>
              <a:gd name="connsiteX2" fmla="*/ 4003919 w 4004124"/>
              <a:gd name="connsiteY2" fmla="*/ 0 h 5328026"/>
              <a:gd name="connsiteX3" fmla="*/ 4002827 w 4004124"/>
              <a:gd name="connsiteY3" fmla="*/ 5328026 h 5328026"/>
              <a:gd name="connsiteX4" fmla="*/ 393682 w 4004124"/>
              <a:gd name="connsiteY4" fmla="*/ 5324194 h 5328026"/>
              <a:gd name="connsiteX5" fmla="*/ 0 w 4004124"/>
              <a:gd name="connsiteY5" fmla="*/ 4930512 h 5328026"/>
              <a:gd name="connsiteX6" fmla="*/ 0 w 4004124"/>
              <a:gd name="connsiteY6" fmla="*/ 394968 h 5328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04124" h="5328026">
                <a:moveTo>
                  <a:pt x="0" y="394968"/>
                </a:moveTo>
                <a:cubicBezTo>
                  <a:pt x="0" y="177543"/>
                  <a:pt x="176257" y="1286"/>
                  <a:pt x="393682" y="1286"/>
                </a:cubicBezTo>
                <a:lnTo>
                  <a:pt x="4003919" y="0"/>
                </a:lnTo>
                <a:cubicBezTo>
                  <a:pt x="4004193" y="1077136"/>
                  <a:pt x="4004460" y="4450185"/>
                  <a:pt x="4002827" y="5328026"/>
                </a:cubicBezTo>
                <a:lnTo>
                  <a:pt x="393682" y="5324194"/>
                </a:lnTo>
                <a:cubicBezTo>
                  <a:pt x="176257" y="5324194"/>
                  <a:pt x="0" y="5147937"/>
                  <a:pt x="0" y="4930512"/>
                </a:cubicBezTo>
                <a:lnTo>
                  <a:pt x="0" y="394968"/>
                </a:lnTo>
                <a:close/>
              </a:path>
            </a:pathLst>
          </a:custGeom>
          <a:noFill/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</a:defRPr>
            </a:lvl1pPr>
          </a:lstStyle>
          <a:p>
            <a:r>
              <a:rPr lang="en-JP" dirty="0"/>
              <a:t>Insert Photo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5925D82-457F-D84D-B8DF-D8ADFD7E71D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1150" y="3178298"/>
            <a:ext cx="7660042" cy="272786"/>
          </a:xfrm>
          <a:prstGeom prst="rect">
            <a:avLst/>
          </a:prstGeom>
        </p:spPr>
        <p:txBody>
          <a:bodyPr tIns="0" rIns="0" bIns="0" numCol="1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 b="1" i="0">
                <a:solidFill>
                  <a:schemeClr val="tx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 dirty="0"/>
              <a:t>This is your Secondary Title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FD2406EE-A554-5348-AE6D-4D8B343E620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11149" y="3575904"/>
            <a:ext cx="7663807" cy="2859621"/>
          </a:xfrm>
          <a:prstGeom prst="rect">
            <a:avLst/>
          </a:prstGeom>
        </p:spPr>
        <p:txBody>
          <a:bodyPr tIns="0" rIns="0" bIns="0" numCol="2" spcCol="126000">
            <a:noAutofit/>
          </a:bodyPr>
          <a:lstStyle>
            <a:lvl1pPr marL="171450" indent="-1714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 i="0">
                <a:solidFill>
                  <a:schemeClr val="tx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 dirty="0"/>
              <a:t>This is your Secondary text.</a:t>
            </a:r>
          </a:p>
        </p:txBody>
      </p:sp>
      <p:sp>
        <p:nvSpPr>
          <p:cNvPr id="20" name="Footer Placeholder 8">
            <a:extLst>
              <a:ext uri="{FF2B5EF4-FFF2-40B4-BE49-F238E27FC236}">
                <a16:creationId xmlns:a16="http://schemas.microsoft.com/office/drawing/2014/main" id="{1E1D8887-7EAE-1A40-9285-7C632FEAA8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766050" y="6523001"/>
            <a:ext cx="4114800" cy="196131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800" b="1" spc="100" baseline="0">
                <a:solidFill>
                  <a:schemeClr val="tx1"/>
                </a:solidFill>
              </a:defRPr>
            </a:lvl1pPr>
          </a:lstStyle>
          <a:p>
            <a:r>
              <a:rPr lang="en-JP"/>
              <a:t> </a:t>
            </a:r>
          </a:p>
        </p:txBody>
      </p:sp>
      <p:sp>
        <p:nvSpPr>
          <p:cNvPr id="26" name="スライド番号プレースホルダ 5">
            <a:extLst>
              <a:ext uri="{FF2B5EF4-FFF2-40B4-BE49-F238E27FC236}">
                <a16:creationId xmlns:a16="http://schemas.microsoft.com/office/drawing/2014/main" id="{3D5D14EF-A351-224D-8142-E1BEE44BBC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1150" y="6523001"/>
            <a:ext cx="294928" cy="196131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l">
              <a:defRPr sz="800" b="0" i="0">
                <a:solidFill>
                  <a:schemeClr val="tx1"/>
                </a:solidFill>
                <a:latin typeface="Aptos" panose="020B0004020202020204" pitchFamily="34" charset="0"/>
                <a:ea typeface="メイリオ" pitchFamily="50" charset="-128"/>
                <a:cs typeface="Calibri" panose="020F0502020204030204" pitchFamily="34" charset="0"/>
              </a:defRPr>
            </a:lvl1pPr>
          </a:lstStyle>
          <a:p>
            <a:pPr defTabSz="1218810"/>
            <a:fld id="{E9B57936-92EF-4126-AE48-1D9D36D15E98}" type="slidenum">
              <a:rPr lang="ja-JP" altLang="en-US" smtClean="0"/>
              <a:pPr defTabSz="1218810"/>
              <a:t>‹#›</a:t>
            </a:fld>
            <a:endParaRPr lang="ja-JP" altLang="en-US"/>
          </a:p>
        </p:txBody>
      </p:sp>
      <p:sp>
        <p:nvSpPr>
          <p:cNvPr id="27" name="Text Placeholder 6">
            <a:extLst>
              <a:ext uri="{FF2B5EF4-FFF2-40B4-BE49-F238E27FC236}">
                <a16:creationId xmlns:a16="http://schemas.microsoft.com/office/drawing/2014/main" id="{4D0A49B6-0BCC-C545-BF97-504B63062FE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6078" y="6523001"/>
            <a:ext cx="6968348" cy="205613"/>
          </a:xfrm>
          <a:prstGeom prst="rect">
            <a:avLst/>
          </a:prstGeom>
        </p:spPr>
        <p:txBody>
          <a:bodyPr wrap="none" tIns="0" rIns="0" bIns="72000" numCol="1" anchor="ctr">
            <a:noAutofit/>
          </a:bodyPr>
          <a:lstStyle>
            <a:lvl1pPr marL="0" indent="0">
              <a:lnSpc>
                <a:spcPts val="16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 b="0" i="0">
                <a:solidFill>
                  <a:schemeClr val="accent3"/>
                </a:solidFill>
                <a:latin typeface="Aptos" panose="020B0004020202020204" pitchFamily="34" charset="0"/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 dirty="0"/>
              <a:t>Private and confidential. For internal use only.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D82FCE78-36AB-904B-98A8-CE3FFB1555E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11150" y="1491373"/>
            <a:ext cx="7660041" cy="1464957"/>
          </a:xfrm>
        </p:spPr>
        <p:txBody>
          <a:bodyPr tIns="0" rIns="0" bIns="0" numCol="1" spcCol="126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 i="0"/>
            </a:lvl1pPr>
            <a:lvl2pPr marL="457068" indent="0">
              <a:buNone/>
              <a:defRPr sz="1800" b="1"/>
            </a:lvl2pPr>
            <a:lvl3pPr marL="914149" indent="0">
              <a:buNone/>
              <a:defRPr sz="1800" b="1"/>
            </a:lvl3pPr>
            <a:lvl4pPr marL="1371219" indent="0">
              <a:buNone/>
              <a:defRPr sz="1800" b="1"/>
            </a:lvl4pPr>
            <a:lvl5pPr marL="1828290" indent="0">
              <a:buNone/>
              <a:defRPr sz="1800" b="1"/>
            </a:lvl5pPr>
          </a:lstStyle>
          <a:p>
            <a:pPr lvl="0"/>
            <a:r>
              <a:rPr lang="en-US" dirty="0"/>
              <a:t>This is your Primary Text.</a:t>
            </a:r>
            <a:endParaRPr lang="en-JP" dirty="0"/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72ECF95F-F25E-8248-A0F3-BB1749A1B40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11149" y="1093767"/>
            <a:ext cx="7660041" cy="272786"/>
          </a:xfrm>
        </p:spPr>
        <p:txBody>
          <a:bodyPr tIns="0" rIns="0" bIns="0" numCol="1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000" b="1" i="0">
                <a:solidFill>
                  <a:schemeClr val="accent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 dirty="0"/>
              <a:t>This is your Primary Title</a:t>
            </a:r>
          </a:p>
        </p:txBody>
      </p:sp>
      <p:sp>
        <p:nvSpPr>
          <p:cNvPr id="5" name="タイトル プレースホルダ 1">
            <a:extLst>
              <a:ext uri="{FF2B5EF4-FFF2-40B4-BE49-F238E27FC236}">
                <a16:creationId xmlns:a16="http://schemas.microsoft.com/office/drawing/2014/main" id="{65FB17BF-E0C5-6982-9C5C-87FCDCA894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6690" y="192427"/>
            <a:ext cx="9379060" cy="685801"/>
          </a:xfrm>
          <a:prstGeom prst="rect">
            <a:avLst/>
          </a:prstGeom>
        </p:spPr>
        <p:txBody>
          <a:bodyPr vert="horz" lIns="0" tIns="54000" rIns="0" bIns="0" rtlCol="0" anchor="ctr">
            <a:normAutofit/>
          </a:bodyPr>
          <a:lstStyle>
            <a:lvl1pPr>
              <a:defRPr b="1" i="0">
                <a:latin typeface="Aptos" panose="020B0004020202020204" pitchFamily="34" charset="0"/>
              </a:defRPr>
            </a:lvl1pPr>
          </a:lstStyle>
          <a:p>
            <a:r>
              <a:rPr kumimoji="1" lang="en-US" altLang="ja-JP" dirty="0"/>
              <a:t>Click to add title</a:t>
            </a:r>
            <a:endParaRPr kumimoji="1" lang="ja-JP" alt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E02A32F-57E7-6783-5779-18F05FD849B4}"/>
              </a:ext>
            </a:extLst>
          </p:cNvPr>
          <p:cNvSpPr/>
          <p:nvPr userDrawn="1"/>
        </p:nvSpPr>
        <p:spPr>
          <a:xfrm>
            <a:off x="312373" y="304426"/>
            <a:ext cx="143066" cy="436383"/>
          </a:xfrm>
          <a:custGeom>
            <a:avLst/>
            <a:gdLst>
              <a:gd name="connsiteX0" fmla="*/ 0 w 66951"/>
              <a:gd name="connsiteY0" fmla="*/ 0 h 565121"/>
              <a:gd name="connsiteX1" fmla="*/ 66951 w 66951"/>
              <a:gd name="connsiteY1" fmla="*/ 0 h 565121"/>
              <a:gd name="connsiteX2" fmla="*/ 66951 w 66951"/>
              <a:gd name="connsiteY2" fmla="*/ 565121 h 565121"/>
              <a:gd name="connsiteX3" fmla="*/ 0 w 66951"/>
              <a:gd name="connsiteY3" fmla="*/ 565121 h 565121"/>
              <a:gd name="connsiteX4" fmla="*/ 0 w 66951"/>
              <a:gd name="connsiteY4" fmla="*/ 0 h 565121"/>
              <a:gd name="connsiteX0" fmla="*/ 0 w 131862"/>
              <a:gd name="connsiteY0" fmla="*/ 0 h 565121"/>
              <a:gd name="connsiteX1" fmla="*/ 66951 w 131862"/>
              <a:gd name="connsiteY1" fmla="*/ 0 h 565121"/>
              <a:gd name="connsiteX2" fmla="*/ 66951 w 131862"/>
              <a:gd name="connsiteY2" fmla="*/ 565121 h 565121"/>
              <a:gd name="connsiteX3" fmla="*/ 0 w 131862"/>
              <a:gd name="connsiteY3" fmla="*/ 565121 h 565121"/>
              <a:gd name="connsiteX4" fmla="*/ 0 w 131862"/>
              <a:gd name="connsiteY4" fmla="*/ 0 h 565121"/>
              <a:gd name="connsiteX0" fmla="*/ 0 w 177682"/>
              <a:gd name="connsiteY0" fmla="*/ 0 h 565121"/>
              <a:gd name="connsiteX1" fmla="*/ 66951 w 177682"/>
              <a:gd name="connsiteY1" fmla="*/ 0 h 565121"/>
              <a:gd name="connsiteX2" fmla="*/ 66951 w 177682"/>
              <a:gd name="connsiteY2" fmla="*/ 565121 h 565121"/>
              <a:gd name="connsiteX3" fmla="*/ 0 w 177682"/>
              <a:gd name="connsiteY3" fmla="*/ 565121 h 565121"/>
              <a:gd name="connsiteX4" fmla="*/ 0 w 177682"/>
              <a:gd name="connsiteY4" fmla="*/ 0 h 565121"/>
              <a:gd name="connsiteX0" fmla="*/ 0 w 186120"/>
              <a:gd name="connsiteY0" fmla="*/ 0 h 565121"/>
              <a:gd name="connsiteX1" fmla="*/ 66951 w 186120"/>
              <a:gd name="connsiteY1" fmla="*/ 0 h 565121"/>
              <a:gd name="connsiteX2" fmla="*/ 66951 w 186120"/>
              <a:gd name="connsiteY2" fmla="*/ 565121 h 565121"/>
              <a:gd name="connsiteX3" fmla="*/ 0 w 186120"/>
              <a:gd name="connsiteY3" fmla="*/ 565121 h 565121"/>
              <a:gd name="connsiteX4" fmla="*/ 0 w 186120"/>
              <a:gd name="connsiteY4" fmla="*/ 0 h 565121"/>
              <a:gd name="connsiteX0" fmla="*/ 0 w 190787"/>
              <a:gd name="connsiteY0" fmla="*/ 0 h 565121"/>
              <a:gd name="connsiteX1" fmla="*/ 66951 w 190787"/>
              <a:gd name="connsiteY1" fmla="*/ 0 h 565121"/>
              <a:gd name="connsiteX2" fmla="*/ 66951 w 190787"/>
              <a:gd name="connsiteY2" fmla="*/ 565121 h 565121"/>
              <a:gd name="connsiteX3" fmla="*/ 0 w 190787"/>
              <a:gd name="connsiteY3" fmla="*/ 565121 h 565121"/>
              <a:gd name="connsiteX4" fmla="*/ 0 w 190787"/>
              <a:gd name="connsiteY4" fmla="*/ 0 h 565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0787" h="565121">
                <a:moveTo>
                  <a:pt x="0" y="0"/>
                </a:moveTo>
                <a:lnTo>
                  <a:pt x="66951" y="0"/>
                </a:lnTo>
                <a:cubicBezTo>
                  <a:pt x="235226" y="153449"/>
                  <a:pt x="228876" y="408497"/>
                  <a:pt x="66951" y="565121"/>
                </a:cubicBezTo>
                <a:lnTo>
                  <a:pt x="0" y="5651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algn="ctr"/>
            <a:endParaRPr kumimoji="1" lang="en-JP">
              <a:solidFill>
                <a:schemeClr val="bg1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37675739-800B-DCED-6DAC-FD1FFC1049E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23301" y="44840"/>
            <a:ext cx="1779439" cy="980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3112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dvanced 1/3 Image (Full Ble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5925D82-457F-D84D-B8DF-D8ADFD7E71D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1150" y="3178298"/>
            <a:ext cx="7660042" cy="272786"/>
          </a:xfrm>
          <a:prstGeom prst="rect">
            <a:avLst/>
          </a:prstGeom>
        </p:spPr>
        <p:txBody>
          <a:bodyPr tIns="0" rIns="0" bIns="0" numCol="1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 b="1" i="0">
                <a:solidFill>
                  <a:schemeClr val="tx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 dirty="0"/>
              <a:t>This is your Secondary Title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FD2406EE-A554-5348-AE6D-4D8B343E620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11149" y="3575904"/>
            <a:ext cx="7663807" cy="2859621"/>
          </a:xfrm>
          <a:prstGeom prst="rect">
            <a:avLst/>
          </a:prstGeom>
        </p:spPr>
        <p:txBody>
          <a:bodyPr tIns="0" rIns="0" bIns="0" numCol="2" spcCol="126000">
            <a:noAutofit/>
          </a:bodyPr>
          <a:lstStyle>
            <a:lvl1pPr marL="171450" indent="-1714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 i="0">
                <a:solidFill>
                  <a:schemeClr val="tx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 dirty="0"/>
              <a:t>This is your Secondary text.</a:t>
            </a:r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B54C5EE8-C42D-B549-B4D4-C0F00D68A42B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123708" y="-1378"/>
            <a:ext cx="4076946" cy="6860842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</a:defRPr>
            </a:lvl1pPr>
          </a:lstStyle>
          <a:p>
            <a:r>
              <a:rPr lang="en-JP" dirty="0"/>
              <a:t>Insert Photo</a:t>
            </a:r>
          </a:p>
        </p:txBody>
      </p:sp>
      <p:sp>
        <p:nvSpPr>
          <p:cNvPr id="21" name="スライド番号プレースホルダ 5">
            <a:extLst>
              <a:ext uri="{FF2B5EF4-FFF2-40B4-BE49-F238E27FC236}">
                <a16:creationId xmlns:a16="http://schemas.microsoft.com/office/drawing/2014/main" id="{C55CC856-2ADD-F44F-96B6-03734457CC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1150" y="6523001"/>
            <a:ext cx="294928" cy="196131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l">
              <a:defRPr sz="800" b="0" i="0">
                <a:solidFill>
                  <a:schemeClr val="tx1"/>
                </a:solidFill>
                <a:latin typeface="Aptos" panose="020B0004020202020204" pitchFamily="34" charset="0"/>
                <a:ea typeface="メイリオ" pitchFamily="50" charset="-128"/>
                <a:cs typeface="Calibri" panose="020F0502020204030204" pitchFamily="34" charset="0"/>
              </a:defRPr>
            </a:lvl1pPr>
          </a:lstStyle>
          <a:p>
            <a:pPr defTabSz="1218810"/>
            <a:fld id="{E9B57936-92EF-4126-AE48-1D9D36D15E98}" type="slidenum">
              <a:rPr lang="ja-JP" altLang="en-US" smtClean="0"/>
              <a:pPr defTabSz="1218810"/>
              <a:t>‹#›</a:t>
            </a:fld>
            <a:endParaRPr lang="ja-JP" altLang="en-US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DB94AACD-56D4-F146-AFC0-5CBE6630C5A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6078" y="6523001"/>
            <a:ext cx="6968348" cy="205613"/>
          </a:xfrm>
          <a:prstGeom prst="rect">
            <a:avLst/>
          </a:prstGeom>
        </p:spPr>
        <p:txBody>
          <a:bodyPr wrap="none" tIns="0" rIns="0" bIns="72000" numCol="1" anchor="ctr">
            <a:noAutofit/>
          </a:bodyPr>
          <a:lstStyle>
            <a:lvl1pPr marL="0" indent="0">
              <a:lnSpc>
                <a:spcPts val="16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 b="0" i="0">
                <a:solidFill>
                  <a:schemeClr val="accent3"/>
                </a:solidFill>
                <a:latin typeface="Aptos" panose="020B0004020202020204" pitchFamily="34" charset="0"/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 dirty="0"/>
              <a:t>Private and confidential. For internal use only.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3A8AA34-7C7D-A24F-AF24-5158DD2AB0E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11151" y="1491373"/>
            <a:ext cx="7660042" cy="1464957"/>
          </a:xfrm>
        </p:spPr>
        <p:txBody>
          <a:bodyPr tIns="0" rIns="0" bIns="0" numCol="1" spcCol="126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 i="0"/>
            </a:lvl1pPr>
            <a:lvl2pPr marL="457068" indent="0">
              <a:buNone/>
              <a:defRPr sz="1800" b="1"/>
            </a:lvl2pPr>
            <a:lvl3pPr marL="914149" indent="0">
              <a:buNone/>
              <a:defRPr sz="1800" b="1"/>
            </a:lvl3pPr>
            <a:lvl4pPr marL="1371219" indent="0">
              <a:buNone/>
              <a:defRPr sz="1800" b="1"/>
            </a:lvl4pPr>
            <a:lvl5pPr marL="1828290" indent="0">
              <a:buNone/>
              <a:defRPr sz="1800" b="1"/>
            </a:lvl5pPr>
          </a:lstStyle>
          <a:p>
            <a:pPr lvl="0"/>
            <a:r>
              <a:rPr lang="en-US" dirty="0"/>
              <a:t>This is your Primary Text.</a:t>
            </a:r>
            <a:endParaRPr lang="en-JP" dirty="0"/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8F4B55CE-CF3E-7E44-A66A-599621CA5C5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11150" y="1093767"/>
            <a:ext cx="7660042" cy="272786"/>
          </a:xfrm>
        </p:spPr>
        <p:txBody>
          <a:bodyPr tIns="0" rIns="0" bIns="0" numCol="1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000" b="1" i="0">
                <a:solidFill>
                  <a:schemeClr val="accent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 dirty="0"/>
              <a:t>This is your Primary Title</a:t>
            </a:r>
          </a:p>
        </p:txBody>
      </p:sp>
      <p:sp>
        <p:nvSpPr>
          <p:cNvPr id="4" name="タイトル プレースホルダ 1">
            <a:extLst>
              <a:ext uri="{FF2B5EF4-FFF2-40B4-BE49-F238E27FC236}">
                <a16:creationId xmlns:a16="http://schemas.microsoft.com/office/drawing/2014/main" id="{EFB7BF50-CC61-6403-6A92-5029316503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6690" y="192427"/>
            <a:ext cx="7284502" cy="685801"/>
          </a:xfrm>
          <a:prstGeom prst="rect">
            <a:avLst/>
          </a:prstGeom>
        </p:spPr>
        <p:txBody>
          <a:bodyPr vert="horz" lIns="0" tIns="54000" rIns="0" bIns="0" rtlCol="0" anchor="ctr">
            <a:normAutofit/>
          </a:bodyPr>
          <a:lstStyle>
            <a:lvl1pPr>
              <a:defRPr b="1" i="0">
                <a:latin typeface="Aptos" panose="020B0004020202020204" pitchFamily="34" charset="0"/>
              </a:defRPr>
            </a:lvl1pPr>
          </a:lstStyle>
          <a:p>
            <a:r>
              <a:rPr kumimoji="1" lang="en-US" altLang="ja-JP" dirty="0"/>
              <a:t>Click to add title</a:t>
            </a:r>
            <a:endParaRPr kumimoji="1" lang="ja-JP" alt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6FA7BA6-151E-23A9-1CEA-B00BB7375269}"/>
              </a:ext>
            </a:extLst>
          </p:cNvPr>
          <p:cNvSpPr/>
          <p:nvPr userDrawn="1"/>
        </p:nvSpPr>
        <p:spPr>
          <a:xfrm>
            <a:off x="312373" y="304426"/>
            <a:ext cx="143066" cy="436383"/>
          </a:xfrm>
          <a:custGeom>
            <a:avLst/>
            <a:gdLst>
              <a:gd name="connsiteX0" fmla="*/ 0 w 66951"/>
              <a:gd name="connsiteY0" fmla="*/ 0 h 565121"/>
              <a:gd name="connsiteX1" fmla="*/ 66951 w 66951"/>
              <a:gd name="connsiteY1" fmla="*/ 0 h 565121"/>
              <a:gd name="connsiteX2" fmla="*/ 66951 w 66951"/>
              <a:gd name="connsiteY2" fmla="*/ 565121 h 565121"/>
              <a:gd name="connsiteX3" fmla="*/ 0 w 66951"/>
              <a:gd name="connsiteY3" fmla="*/ 565121 h 565121"/>
              <a:gd name="connsiteX4" fmla="*/ 0 w 66951"/>
              <a:gd name="connsiteY4" fmla="*/ 0 h 565121"/>
              <a:gd name="connsiteX0" fmla="*/ 0 w 131862"/>
              <a:gd name="connsiteY0" fmla="*/ 0 h 565121"/>
              <a:gd name="connsiteX1" fmla="*/ 66951 w 131862"/>
              <a:gd name="connsiteY1" fmla="*/ 0 h 565121"/>
              <a:gd name="connsiteX2" fmla="*/ 66951 w 131862"/>
              <a:gd name="connsiteY2" fmla="*/ 565121 h 565121"/>
              <a:gd name="connsiteX3" fmla="*/ 0 w 131862"/>
              <a:gd name="connsiteY3" fmla="*/ 565121 h 565121"/>
              <a:gd name="connsiteX4" fmla="*/ 0 w 131862"/>
              <a:gd name="connsiteY4" fmla="*/ 0 h 565121"/>
              <a:gd name="connsiteX0" fmla="*/ 0 w 177682"/>
              <a:gd name="connsiteY0" fmla="*/ 0 h 565121"/>
              <a:gd name="connsiteX1" fmla="*/ 66951 w 177682"/>
              <a:gd name="connsiteY1" fmla="*/ 0 h 565121"/>
              <a:gd name="connsiteX2" fmla="*/ 66951 w 177682"/>
              <a:gd name="connsiteY2" fmla="*/ 565121 h 565121"/>
              <a:gd name="connsiteX3" fmla="*/ 0 w 177682"/>
              <a:gd name="connsiteY3" fmla="*/ 565121 h 565121"/>
              <a:gd name="connsiteX4" fmla="*/ 0 w 177682"/>
              <a:gd name="connsiteY4" fmla="*/ 0 h 565121"/>
              <a:gd name="connsiteX0" fmla="*/ 0 w 186120"/>
              <a:gd name="connsiteY0" fmla="*/ 0 h 565121"/>
              <a:gd name="connsiteX1" fmla="*/ 66951 w 186120"/>
              <a:gd name="connsiteY1" fmla="*/ 0 h 565121"/>
              <a:gd name="connsiteX2" fmla="*/ 66951 w 186120"/>
              <a:gd name="connsiteY2" fmla="*/ 565121 h 565121"/>
              <a:gd name="connsiteX3" fmla="*/ 0 w 186120"/>
              <a:gd name="connsiteY3" fmla="*/ 565121 h 565121"/>
              <a:gd name="connsiteX4" fmla="*/ 0 w 186120"/>
              <a:gd name="connsiteY4" fmla="*/ 0 h 565121"/>
              <a:gd name="connsiteX0" fmla="*/ 0 w 190787"/>
              <a:gd name="connsiteY0" fmla="*/ 0 h 565121"/>
              <a:gd name="connsiteX1" fmla="*/ 66951 w 190787"/>
              <a:gd name="connsiteY1" fmla="*/ 0 h 565121"/>
              <a:gd name="connsiteX2" fmla="*/ 66951 w 190787"/>
              <a:gd name="connsiteY2" fmla="*/ 565121 h 565121"/>
              <a:gd name="connsiteX3" fmla="*/ 0 w 190787"/>
              <a:gd name="connsiteY3" fmla="*/ 565121 h 565121"/>
              <a:gd name="connsiteX4" fmla="*/ 0 w 190787"/>
              <a:gd name="connsiteY4" fmla="*/ 0 h 565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0787" h="565121">
                <a:moveTo>
                  <a:pt x="0" y="0"/>
                </a:moveTo>
                <a:lnTo>
                  <a:pt x="66951" y="0"/>
                </a:lnTo>
                <a:cubicBezTo>
                  <a:pt x="235226" y="153449"/>
                  <a:pt x="228876" y="408497"/>
                  <a:pt x="66951" y="565121"/>
                </a:cubicBezTo>
                <a:lnTo>
                  <a:pt x="0" y="5651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algn="ctr"/>
            <a:endParaRPr kumimoji="1" lang="en-JP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06632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dvanced Image 4-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9">
            <a:extLst>
              <a:ext uri="{FF2B5EF4-FFF2-40B4-BE49-F238E27FC236}">
                <a16:creationId xmlns:a16="http://schemas.microsoft.com/office/drawing/2014/main" id="{8D6B3691-FCAC-8A46-AA30-DEB2A719C7B2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311373" y="3076286"/>
            <a:ext cx="2772041" cy="3138969"/>
          </a:xfrm>
          <a:prstGeom prst="roundRect">
            <a:avLst>
              <a:gd name="adj" fmla="val 8142"/>
            </a:avLst>
          </a:prstGeom>
          <a:noFill/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</a:defRPr>
            </a:lvl1pPr>
          </a:lstStyle>
          <a:p>
            <a:r>
              <a:rPr lang="en-JP" dirty="0"/>
              <a:t>Insert Picture/Text Block</a:t>
            </a:r>
          </a:p>
        </p:txBody>
      </p:sp>
      <p:sp>
        <p:nvSpPr>
          <p:cNvPr id="17" name="Footer Placeholder 8">
            <a:extLst>
              <a:ext uri="{FF2B5EF4-FFF2-40B4-BE49-F238E27FC236}">
                <a16:creationId xmlns:a16="http://schemas.microsoft.com/office/drawing/2014/main" id="{4EF39473-C435-3C4E-9C7B-048D52C3CC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766050" y="6523001"/>
            <a:ext cx="4114800" cy="196131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800" b="1" spc="1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  <a:endParaRPr lang="en-JP"/>
          </a:p>
        </p:txBody>
      </p:sp>
      <p:sp>
        <p:nvSpPr>
          <p:cNvPr id="28" name="スライド番号プレースホルダ 5">
            <a:extLst>
              <a:ext uri="{FF2B5EF4-FFF2-40B4-BE49-F238E27FC236}">
                <a16:creationId xmlns:a16="http://schemas.microsoft.com/office/drawing/2014/main" id="{F964ADE6-9B0D-EC45-959C-FEEA5CDDFB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1150" y="6523001"/>
            <a:ext cx="294928" cy="196131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l">
              <a:defRPr sz="800" b="0" i="0">
                <a:solidFill>
                  <a:schemeClr val="tx1"/>
                </a:solidFill>
                <a:latin typeface="Aptos" panose="020B0004020202020204" pitchFamily="34" charset="0"/>
                <a:ea typeface="メイリオ" pitchFamily="50" charset="-128"/>
                <a:cs typeface="Calibri" panose="020F0502020204030204" pitchFamily="34" charset="0"/>
              </a:defRPr>
            </a:lvl1pPr>
          </a:lstStyle>
          <a:p>
            <a:pPr defTabSz="1218810"/>
            <a:fld id="{E9B57936-92EF-4126-AE48-1D9D36D15E98}" type="slidenum">
              <a:rPr lang="ja-JP" altLang="en-US" smtClean="0"/>
              <a:pPr defTabSz="1218810"/>
              <a:t>‹#›</a:t>
            </a:fld>
            <a:endParaRPr lang="ja-JP" altLang="en-US"/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870D8562-3CE7-7044-9BB0-2068A81BF5C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6078" y="6523001"/>
            <a:ext cx="6968348" cy="205613"/>
          </a:xfrm>
          <a:prstGeom prst="rect">
            <a:avLst/>
          </a:prstGeom>
        </p:spPr>
        <p:txBody>
          <a:bodyPr wrap="none" tIns="0" rIns="0" bIns="72000" numCol="1" anchor="ctr">
            <a:noAutofit/>
          </a:bodyPr>
          <a:lstStyle>
            <a:lvl1pPr marL="0" indent="0">
              <a:lnSpc>
                <a:spcPts val="16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 b="0" i="0">
                <a:solidFill>
                  <a:schemeClr val="accent3"/>
                </a:solidFill>
                <a:latin typeface="Aptos" panose="020B0004020202020204" pitchFamily="34" charset="0"/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 dirty="0"/>
              <a:t>Private and confidential. For internal use only.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099C450B-0755-7D4A-9672-E700D6F2E50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11150" y="1491373"/>
            <a:ext cx="11569699" cy="1464957"/>
          </a:xfrm>
        </p:spPr>
        <p:txBody>
          <a:bodyPr tIns="0" rIns="0" bIns="0" numCol="1" spcCol="126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 i="0"/>
            </a:lvl1pPr>
            <a:lvl2pPr marL="457068" indent="0">
              <a:buNone/>
              <a:defRPr sz="1800" b="1"/>
            </a:lvl2pPr>
            <a:lvl3pPr marL="914149" indent="0">
              <a:buNone/>
              <a:defRPr sz="1800" b="1"/>
            </a:lvl3pPr>
            <a:lvl4pPr marL="1371219" indent="0">
              <a:buNone/>
              <a:defRPr sz="1800" b="1"/>
            </a:lvl4pPr>
            <a:lvl5pPr marL="1828290" indent="0">
              <a:buNone/>
              <a:defRPr sz="1800" b="1"/>
            </a:lvl5pPr>
          </a:lstStyle>
          <a:p>
            <a:pPr lvl="0"/>
            <a:r>
              <a:rPr lang="en-US" dirty="0"/>
              <a:t>This is your Primary Text.</a:t>
            </a:r>
            <a:endParaRPr lang="en-JP" dirty="0"/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705B1BEB-AC9F-9643-A446-ABE1DDB9614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11149" y="1093767"/>
            <a:ext cx="11569699" cy="272786"/>
          </a:xfrm>
        </p:spPr>
        <p:txBody>
          <a:bodyPr tIns="0" rIns="0" bIns="0" numCol="1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000" b="1" i="0">
                <a:solidFill>
                  <a:schemeClr val="accent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 dirty="0"/>
              <a:t>This is your Primary Title</a:t>
            </a:r>
          </a:p>
        </p:txBody>
      </p:sp>
      <p:sp>
        <p:nvSpPr>
          <p:cNvPr id="5" name="タイトル プレースホルダ 1">
            <a:extLst>
              <a:ext uri="{FF2B5EF4-FFF2-40B4-BE49-F238E27FC236}">
                <a16:creationId xmlns:a16="http://schemas.microsoft.com/office/drawing/2014/main" id="{67E73349-4155-42C4-71A9-BCA0B8BD93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6690" y="192427"/>
            <a:ext cx="9379060" cy="685801"/>
          </a:xfrm>
          <a:prstGeom prst="rect">
            <a:avLst/>
          </a:prstGeom>
        </p:spPr>
        <p:txBody>
          <a:bodyPr vert="horz" lIns="0" tIns="54000" rIns="0" bIns="0" rtlCol="0" anchor="ctr">
            <a:normAutofit/>
          </a:bodyPr>
          <a:lstStyle>
            <a:lvl1pPr>
              <a:defRPr b="1" i="0">
                <a:latin typeface="Aptos" panose="020B0004020202020204" pitchFamily="34" charset="0"/>
              </a:defRPr>
            </a:lvl1pPr>
          </a:lstStyle>
          <a:p>
            <a:r>
              <a:rPr kumimoji="1" lang="en-US" altLang="ja-JP" dirty="0"/>
              <a:t>Click to add title</a:t>
            </a:r>
            <a:endParaRPr kumimoji="1" lang="ja-JP" alt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848A0FF-3128-8B9F-E40A-DF45AB0FCC8A}"/>
              </a:ext>
            </a:extLst>
          </p:cNvPr>
          <p:cNvSpPr/>
          <p:nvPr userDrawn="1"/>
        </p:nvSpPr>
        <p:spPr>
          <a:xfrm>
            <a:off x="312373" y="304426"/>
            <a:ext cx="143066" cy="436383"/>
          </a:xfrm>
          <a:custGeom>
            <a:avLst/>
            <a:gdLst>
              <a:gd name="connsiteX0" fmla="*/ 0 w 66951"/>
              <a:gd name="connsiteY0" fmla="*/ 0 h 565121"/>
              <a:gd name="connsiteX1" fmla="*/ 66951 w 66951"/>
              <a:gd name="connsiteY1" fmla="*/ 0 h 565121"/>
              <a:gd name="connsiteX2" fmla="*/ 66951 w 66951"/>
              <a:gd name="connsiteY2" fmla="*/ 565121 h 565121"/>
              <a:gd name="connsiteX3" fmla="*/ 0 w 66951"/>
              <a:gd name="connsiteY3" fmla="*/ 565121 h 565121"/>
              <a:gd name="connsiteX4" fmla="*/ 0 w 66951"/>
              <a:gd name="connsiteY4" fmla="*/ 0 h 565121"/>
              <a:gd name="connsiteX0" fmla="*/ 0 w 131862"/>
              <a:gd name="connsiteY0" fmla="*/ 0 h 565121"/>
              <a:gd name="connsiteX1" fmla="*/ 66951 w 131862"/>
              <a:gd name="connsiteY1" fmla="*/ 0 h 565121"/>
              <a:gd name="connsiteX2" fmla="*/ 66951 w 131862"/>
              <a:gd name="connsiteY2" fmla="*/ 565121 h 565121"/>
              <a:gd name="connsiteX3" fmla="*/ 0 w 131862"/>
              <a:gd name="connsiteY3" fmla="*/ 565121 h 565121"/>
              <a:gd name="connsiteX4" fmla="*/ 0 w 131862"/>
              <a:gd name="connsiteY4" fmla="*/ 0 h 565121"/>
              <a:gd name="connsiteX0" fmla="*/ 0 w 177682"/>
              <a:gd name="connsiteY0" fmla="*/ 0 h 565121"/>
              <a:gd name="connsiteX1" fmla="*/ 66951 w 177682"/>
              <a:gd name="connsiteY1" fmla="*/ 0 h 565121"/>
              <a:gd name="connsiteX2" fmla="*/ 66951 w 177682"/>
              <a:gd name="connsiteY2" fmla="*/ 565121 h 565121"/>
              <a:gd name="connsiteX3" fmla="*/ 0 w 177682"/>
              <a:gd name="connsiteY3" fmla="*/ 565121 h 565121"/>
              <a:gd name="connsiteX4" fmla="*/ 0 w 177682"/>
              <a:gd name="connsiteY4" fmla="*/ 0 h 565121"/>
              <a:gd name="connsiteX0" fmla="*/ 0 w 186120"/>
              <a:gd name="connsiteY0" fmla="*/ 0 h 565121"/>
              <a:gd name="connsiteX1" fmla="*/ 66951 w 186120"/>
              <a:gd name="connsiteY1" fmla="*/ 0 h 565121"/>
              <a:gd name="connsiteX2" fmla="*/ 66951 w 186120"/>
              <a:gd name="connsiteY2" fmla="*/ 565121 h 565121"/>
              <a:gd name="connsiteX3" fmla="*/ 0 w 186120"/>
              <a:gd name="connsiteY3" fmla="*/ 565121 h 565121"/>
              <a:gd name="connsiteX4" fmla="*/ 0 w 186120"/>
              <a:gd name="connsiteY4" fmla="*/ 0 h 565121"/>
              <a:gd name="connsiteX0" fmla="*/ 0 w 190787"/>
              <a:gd name="connsiteY0" fmla="*/ 0 h 565121"/>
              <a:gd name="connsiteX1" fmla="*/ 66951 w 190787"/>
              <a:gd name="connsiteY1" fmla="*/ 0 h 565121"/>
              <a:gd name="connsiteX2" fmla="*/ 66951 w 190787"/>
              <a:gd name="connsiteY2" fmla="*/ 565121 h 565121"/>
              <a:gd name="connsiteX3" fmla="*/ 0 w 190787"/>
              <a:gd name="connsiteY3" fmla="*/ 565121 h 565121"/>
              <a:gd name="connsiteX4" fmla="*/ 0 w 190787"/>
              <a:gd name="connsiteY4" fmla="*/ 0 h 565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0787" h="565121">
                <a:moveTo>
                  <a:pt x="0" y="0"/>
                </a:moveTo>
                <a:lnTo>
                  <a:pt x="66951" y="0"/>
                </a:lnTo>
                <a:cubicBezTo>
                  <a:pt x="235226" y="153449"/>
                  <a:pt x="228876" y="408497"/>
                  <a:pt x="66951" y="565121"/>
                </a:cubicBezTo>
                <a:lnTo>
                  <a:pt x="0" y="5651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algn="ctr"/>
            <a:endParaRPr kumimoji="1" lang="en-JP">
              <a:solidFill>
                <a:schemeClr val="bg1"/>
              </a:solidFill>
            </a:endParaRPr>
          </a:p>
        </p:txBody>
      </p:sp>
      <p:sp>
        <p:nvSpPr>
          <p:cNvPr id="4" name="Picture Placeholder 9">
            <a:extLst>
              <a:ext uri="{FF2B5EF4-FFF2-40B4-BE49-F238E27FC236}">
                <a16:creationId xmlns:a16="http://schemas.microsoft.com/office/drawing/2014/main" id="{F10190C9-87D7-0F39-16EF-5647FA83D32F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3242933" y="3076286"/>
            <a:ext cx="2772041" cy="3138969"/>
          </a:xfrm>
          <a:prstGeom prst="roundRect">
            <a:avLst>
              <a:gd name="adj" fmla="val 8142"/>
            </a:avLst>
          </a:prstGeom>
          <a:noFill/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</a:defRPr>
            </a:lvl1pPr>
          </a:lstStyle>
          <a:p>
            <a:r>
              <a:rPr lang="en-JP" dirty="0"/>
              <a:t>Insert Picture/Text Block</a:t>
            </a:r>
          </a:p>
        </p:txBody>
      </p:sp>
      <p:sp>
        <p:nvSpPr>
          <p:cNvPr id="6" name="Picture Placeholder 9">
            <a:extLst>
              <a:ext uri="{FF2B5EF4-FFF2-40B4-BE49-F238E27FC236}">
                <a16:creationId xmlns:a16="http://schemas.microsoft.com/office/drawing/2014/main" id="{9D944FEA-C810-1015-D589-8BA9F68E1991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6174493" y="3076286"/>
            <a:ext cx="2772041" cy="3138969"/>
          </a:xfrm>
          <a:prstGeom prst="roundRect">
            <a:avLst>
              <a:gd name="adj" fmla="val 8142"/>
            </a:avLst>
          </a:prstGeom>
          <a:noFill/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</a:defRPr>
            </a:lvl1pPr>
          </a:lstStyle>
          <a:p>
            <a:r>
              <a:rPr lang="en-JP" dirty="0"/>
              <a:t>Insert Picture/Text Block</a:t>
            </a:r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A0317F8C-CC26-EC0F-CD94-45C4E592D098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9106052" y="3076286"/>
            <a:ext cx="2772041" cy="3138969"/>
          </a:xfrm>
          <a:prstGeom prst="roundRect">
            <a:avLst>
              <a:gd name="adj" fmla="val 8142"/>
            </a:avLst>
          </a:prstGeom>
          <a:noFill/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</a:defRPr>
            </a:lvl1pPr>
          </a:lstStyle>
          <a:p>
            <a:r>
              <a:rPr lang="en-JP" dirty="0"/>
              <a:t>Insert Picture/Text Block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962EE833-0220-C9FA-9D08-20284B13C4C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23301" y="44840"/>
            <a:ext cx="1779439" cy="980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11404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dvanced Chart Full Widt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hart Placeholder 7">
            <a:extLst>
              <a:ext uri="{FF2B5EF4-FFF2-40B4-BE49-F238E27FC236}">
                <a16:creationId xmlns:a16="http://schemas.microsoft.com/office/drawing/2014/main" id="{A6D4E593-FDCC-D14E-9C5E-5F309E415C26}"/>
              </a:ext>
            </a:extLst>
          </p:cNvPr>
          <p:cNvSpPr>
            <a:spLocks noGrp="1"/>
          </p:cNvSpPr>
          <p:nvPr>
            <p:ph type="chart" sz="quarter" idx="21" hasCustomPrompt="1"/>
          </p:nvPr>
        </p:nvSpPr>
        <p:spPr>
          <a:xfrm>
            <a:off x="309223" y="3076286"/>
            <a:ext cx="11571628" cy="334038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 b="0" i="0"/>
            </a:lvl1pPr>
          </a:lstStyle>
          <a:p>
            <a:r>
              <a:rPr lang="en-JP" dirty="0"/>
              <a:t>Insert Chart</a:t>
            </a:r>
          </a:p>
        </p:txBody>
      </p:sp>
      <p:sp>
        <p:nvSpPr>
          <p:cNvPr id="17" name="Footer Placeholder 8">
            <a:extLst>
              <a:ext uri="{FF2B5EF4-FFF2-40B4-BE49-F238E27FC236}">
                <a16:creationId xmlns:a16="http://schemas.microsoft.com/office/drawing/2014/main" id="{2DC26CE8-1DEF-EE42-861C-B0406E8DC2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766050" y="6523001"/>
            <a:ext cx="4114800" cy="196131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800" b="1" spc="100" baseline="0">
                <a:solidFill>
                  <a:schemeClr val="tx1"/>
                </a:solidFill>
              </a:defRPr>
            </a:lvl1pPr>
          </a:lstStyle>
          <a:p>
            <a:r>
              <a:rPr lang="en-JP"/>
              <a:t> </a:t>
            </a:r>
          </a:p>
        </p:txBody>
      </p:sp>
      <p:sp>
        <p:nvSpPr>
          <p:cNvPr id="23" name="スライド番号プレースホルダ 5">
            <a:extLst>
              <a:ext uri="{FF2B5EF4-FFF2-40B4-BE49-F238E27FC236}">
                <a16:creationId xmlns:a16="http://schemas.microsoft.com/office/drawing/2014/main" id="{600920FB-2D44-F645-865D-89FFECB095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1150" y="6523001"/>
            <a:ext cx="294928" cy="196131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l">
              <a:defRPr sz="800" b="0" i="0">
                <a:solidFill>
                  <a:schemeClr val="tx1"/>
                </a:solidFill>
                <a:latin typeface="Aptos" panose="020B0004020202020204" pitchFamily="34" charset="0"/>
                <a:ea typeface="メイリオ" pitchFamily="50" charset="-128"/>
                <a:cs typeface="Calibri" panose="020F0502020204030204" pitchFamily="34" charset="0"/>
              </a:defRPr>
            </a:lvl1pPr>
          </a:lstStyle>
          <a:p>
            <a:pPr defTabSz="1218810"/>
            <a:fld id="{E9B57936-92EF-4126-AE48-1D9D36D15E98}" type="slidenum">
              <a:rPr lang="ja-JP" altLang="en-US" smtClean="0"/>
              <a:pPr defTabSz="1218810"/>
              <a:t>‹#›</a:t>
            </a:fld>
            <a:endParaRPr lang="ja-JP" altLang="en-US"/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07DE8F7E-1418-1C4C-A62B-2385714992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6078" y="6523001"/>
            <a:ext cx="6968348" cy="205613"/>
          </a:xfrm>
          <a:prstGeom prst="rect">
            <a:avLst/>
          </a:prstGeom>
        </p:spPr>
        <p:txBody>
          <a:bodyPr wrap="none" tIns="0" rIns="0" bIns="72000" numCol="1" anchor="ctr">
            <a:noAutofit/>
          </a:bodyPr>
          <a:lstStyle>
            <a:lvl1pPr marL="0" indent="0">
              <a:lnSpc>
                <a:spcPts val="16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 b="0" i="0">
                <a:solidFill>
                  <a:schemeClr val="accent3"/>
                </a:solidFill>
                <a:latin typeface="Aptos" panose="020B0004020202020204" pitchFamily="34" charset="0"/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 dirty="0"/>
              <a:t>Private and confidential. For internal use only.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628A960D-6A45-6744-9BDB-7070B443CC6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11150" y="1491373"/>
            <a:ext cx="11569699" cy="1464957"/>
          </a:xfrm>
        </p:spPr>
        <p:txBody>
          <a:bodyPr tIns="0" rIns="0" bIns="0" numCol="1" spcCol="126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 i="0"/>
            </a:lvl1pPr>
            <a:lvl2pPr marL="457068" indent="0">
              <a:buNone/>
              <a:defRPr sz="1800" b="1"/>
            </a:lvl2pPr>
            <a:lvl3pPr marL="914149" indent="0">
              <a:buNone/>
              <a:defRPr sz="1800" b="1"/>
            </a:lvl3pPr>
            <a:lvl4pPr marL="1371219" indent="0">
              <a:buNone/>
              <a:defRPr sz="1800" b="1"/>
            </a:lvl4pPr>
            <a:lvl5pPr marL="1828290" indent="0">
              <a:buNone/>
              <a:defRPr sz="1800" b="1"/>
            </a:lvl5pPr>
          </a:lstStyle>
          <a:p>
            <a:pPr lvl="0"/>
            <a:r>
              <a:rPr lang="en-US" dirty="0"/>
              <a:t>This is your Primary Text.</a:t>
            </a:r>
            <a:endParaRPr lang="en-JP" dirty="0"/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21493179-5EA4-604B-A9DF-BDA818F0166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11149" y="1093767"/>
            <a:ext cx="11569699" cy="272786"/>
          </a:xfrm>
        </p:spPr>
        <p:txBody>
          <a:bodyPr tIns="0" rIns="0" bIns="0" numCol="1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000" b="1" i="0">
                <a:solidFill>
                  <a:schemeClr val="accent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 dirty="0"/>
              <a:t>This is your Primary Title</a:t>
            </a:r>
          </a:p>
        </p:txBody>
      </p:sp>
      <p:sp>
        <p:nvSpPr>
          <p:cNvPr id="5" name="タイトル プレースホルダ 1">
            <a:extLst>
              <a:ext uri="{FF2B5EF4-FFF2-40B4-BE49-F238E27FC236}">
                <a16:creationId xmlns:a16="http://schemas.microsoft.com/office/drawing/2014/main" id="{52083FB3-3475-BBA9-C98F-425D638994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6690" y="192427"/>
            <a:ext cx="9379060" cy="685801"/>
          </a:xfrm>
          <a:prstGeom prst="rect">
            <a:avLst/>
          </a:prstGeom>
        </p:spPr>
        <p:txBody>
          <a:bodyPr vert="horz" lIns="0" tIns="54000" rIns="0" bIns="0" rtlCol="0" anchor="ctr">
            <a:normAutofit/>
          </a:bodyPr>
          <a:lstStyle>
            <a:lvl1pPr>
              <a:defRPr b="1" i="0">
                <a:latin typeface="Aptos" panose="020B0004020202020204" pitchFamily="34" charset="0"/>
              </a:defRPr>
            </a:lvl1pPr>
          </a:lstStyle>
          <a:p>
            <a:r>
              <a:rPr kumimoji="1" lang="en-US" altLang="ja-JP" dirty="0"/>
              <a:t>Click to add title</a:t>
            </a:r>
            <a:endParaRPr kumimoji="1" lang="ja-JP" alt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F7FF9B6-1CE2-A02A-9B7E-A22487326078}"/>
              </a:ext>
            </a:extLst>
          </p:cNvPr>
          <p:cNvSpPr/>
          <p:nvPr userDrawn="1"/>
        </p:nvSpPr>
        <p:spPr>
          <a:xfrm>
            <a:off x="312373" y="304426"/>
            <a:ext cx="143066" cy="436383"/>
          </a:xfrm>
          <a:custGeom>
            <a:avLst/>
            <a:gdLst>
              <a:gd name="connsiteX0" fmla="*/ 0 w 66951"/>
              <a:gd name="connsiteY0" fmla="*/ 0 h 565121"/>
              <a:gd name="connsiteX1" fmla="*/ 66951 w 66951"/>
              <a:gd name="connsiteY1" fmla="*/ 0 h 565121"/>
              <a:gd name="connsiteX2" fmla="*/ 66951 w 66951"/>
              <a:gd name="connsiteY2" fmla="*/ 565121 h 565121"/>
              <a:gd name="connsiteX3" fmla="*/ 0 w 66951"/>
              <a:gd name="connsiteY3" fmla="*/ 565121 h 565121"/>
              <a:gd name="connsiteX4" fmla="*/ 0 w 66951"/>
              <a:gd name="connsiteY4" fmla="*/ 0 h 565121"/>
              <a:gd name="connsiteX0" fmla="*/ 0 w 131862"/>
              <a:gd name="connsiteY0" fmla="*/ 0 h 565121"/>
              <a:gd name="connsiteX1" fmla="*/ 66951 w 131862"/>
              <a:gd name="connsiteY1" fmla="*/ 0 h 565121"/>
              <a:gd name="connsiteX2" fmla="*/ 66951 w 131862"/>
              <a:gd name="connsiteY2" fmla="*/ 565121 h 565121"/>
              <a:gd name="connsiteX3" fmla="*/ 0 w 131862"/>
              <a:gd name="connsiteY3" fmla="*/ 565121 h 565121"/>
              <a:gd name="connsiteX4" fmla="*/ 0 w 131862"/>
              <a:gd name="connsiteY4" fmla="*/ 0 h 565121"/>
              <a:gd name="connsiteX0" fmla="*/ 0 w 177682"/>
              <a:gd name="connsiteY0" fmla="*/ 0 h 565121"/>
              <a:gd name="connsiteX1" fmla="*/ 66951 w 177682"/>
              <a:gd name="connsiteY1" fmla="*/ 0 h 565121"/>
              <a:gd name="connsiteX2" fmla="*/ 66951 w 177682"/>
              <a:gd name="connsiteY2" fmla="*/ 565121 h 565121"/>
              <a:gd name="connsiteX3" fmla="*/ 0 w 177682"/>
              <a:gd name="connsiteY3" fmla="*/ 565121 h 565121"/>
              <a:gd name="connsiteX4" fmla="*/ 0 w 177682"/>
              <a:gd name="connsiteY4" fmla="*/ 0 h 565121"/>
              <a:gd name="connsiteX0" fmla="*/ 0 w 186120"/>
              <a:gd name="connsiteY0" fmla="*/ 0 h 565121"/>
              <a:gd name="connsiteX1" fmla="*/ 66951 w 186120"/>
              <a:gd name="connsiteY1" fmla="*/ 0 h 565121"/>
              <a:gd name="connsiteX2" fmla="*/ 66951 w 186120"/>
              <a:gd name="connsiteY2" fmla="*/ 565121 h 565121"/>
              <a:gd name="connsiteX3" fmla="*/ 0 w 186120"/>
              <a:gd name="connsiteY3" fmla="*/ 565121 h 565121"/>
              <a:gd name="connsiteX4" fmla="*/ 0 w 186120"/>
              <a:gd name="connsiteY4" fmla="*/ 0 h 565121"/>
              <a:gd name="connsiteX0" fmla="*/ 0 w 190787"/>
              <a:gd name="connsiteY0" fmla="*/ 0 h 565121"/>
              <a:gd name="connsiteX1" fmla="*/ 66951 w 190787"/>
              <a:gd name="connsiteY1" fmla="*/ 0 h 565121"/>
              <a:gd name="connsiteX2" fmla="*/ 66951 w 190787"/>
              <a:gd name="connsiteY2" fmla="*/ 565121 h 565121"/>
              <a:gd name="connsiteX3" fmla="*/ 0 w 190787"/>
              <a:gd name="connsiteY3" fmla="*/ 565121 h 565121"/>
              <a:gd name="connsiteX4" fmla="*/ 0 w 190787"/>
              <a:gd name="connsiteY4" fmla="*/ 0 h 565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0787" h="565121">
                <a:moveTo>
                  <a:pt x="0" y="0"/>
                </a:moveTo>
                <a:lnTo>
                  <a:pt x="66951" y="0"/>
                </a:lnTo>
                <a:cubicBezTo>
                  <a:pt x="235226" y="153449"/>
                  <a:pt x="228876" y="408497"/>
                  <a:pt x="66951" y="565121"/>
                </a:cubicBezTo>
                <a:lnTo>
                  <a:pt x="0" y="5651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algn="ctr"/>
            <a:endParaRPr kumimoji="1" lang="en-JP">
              <a:solidFill>
                <a:schemeClr val="bg1"/>
              </a:solidFill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86302859-32D9-1178-36C5-3E57ED347D9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23301" y="44840"/>
            <a:ext cx="1779439" cy="980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79020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dvanced Chart 2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hart Placeholder 7">
            <a:extLst>
              <a:ext uri="{FF2B5EF4-FFF2-40B4-BE49-F238E27FC236}">
                <a16:creationId xmlns:a16="http://schemas.microsoft.com/office/drawing/2014/main" id="{A6D4E593-FDCC-D14E-9C5E-5F309E415C26}"/>
              </a:ext>
            </a:extLst>
          </p:cNvPr>
          <p:cNvSpPr>
            <a:spLocks noGrp="1"/>
          </p:cNvSpPr>
          <p:nvPr>
            <p:ph type="chart" sz="quarter" idx="21" hasCustomPrompt="1"/>
          </p:nvPr>
        </p:nvSpPr>
        <p:spPr>
          <a:xfrm>
            <a:off x="4227225" y="1093767"/>
            <a:ext cx="7653625" cy="532290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 b="0" i="0"/>
            </a:lvl1pPr>
          </a:lstStyle>
          <a:p>
            <a:r>
              <a:rPr lang="en-JP" dirty="0"/>
              <a:t>Insert Chart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EF65D74B-37DA-0D46-8B56-9B362C84E6B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1150" y="3178298"/>
            <a:ext cx="3751966" cy="272786"/>
          </a:xfrm>
          <a:prstGeom prst="rect">
            <a:avLst/>
          </a:prstGeom>
        </p:spPr>
        <p:txBody>
          <a:bodyPr tIns="0" rIns="0" bIns="0" numCol="1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 b="1" i="0">
                <a:solidFill>
                  <a:schemeClr val="tx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 dirty="0"/>
              <a:t>This is your Secondary Title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BF5F6A26-5AAA-884F-A319-DE9881530AA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11150" y="3575904"/>
            <a:ext cx="3751966" cy="2840771"/>
          </a:xfrm>
          <a:prstGeom prst="rect">
            <a:avLst/>
          </a:prstGeom>
        </p:spPr>
        <p:txBody>
          <a:bodyPr tIns="0" rIns="0" bIns="0" numCol="1">
            <a:noAutofit/>
          </a:bodyPr>
          <a:lstStyle>
            <a:lvl1pPr marL="171450" indent="-1714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 i="0">
                <a:solidFill>
                  <a:schemeClr val="tx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 dirty="0"/>
              <a:t>This is your Secondary text.</a:t>
            </a:r>
          </a:p>
        </p:txBody>
      </p:sp>
      <p:sp>
        <p:nvSpPr>
          <p:cNvPr id="15" name="Footer Placeholder 8">
            <a:extLst>
              <a:ext uri="{FF2B5EF4-FFF2-40B4-BE49-F238E27FC236}">
                <a16:creationId xmlns:a16="http://schemas.microsoft.com/office/drawing/2014/main" id="{7136781B-A49B-0A42-B748-01C379A12F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766050" y="6523001"/>
            <a:ext cx="4114800" cy="196131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800" b="1" spc="100" baseline="0">
                <a:solidFill>
                  <a:schemeClr val="tx1"/>
                </a:solidFill>
              </a:defRPr>
            </a:lvl1pPr>
          </a:lstStyle>
          <a:p>
            <a:r>
              <a:rPr lang="en-JP"/>
              <a:t> </a:t>
            </a:r>
          </a:p>
        </p:txBody>
      </p:sp>
      <p:sp>
        <p:nvSpPr>
          <p:cNvPr id="24" name="スライド番号プレースホルダ 5">
            <a:extLst>
              <a:ext uri="{FF2B5EF4-FFF2-40B4-BE49-F238E27FC236}">
                <a16:creationId xmlns:a16="http://schemas.microsoft.com/office/drawing/2014/main" id="{71FCF96E-3BB8-0745-B029-6B6BE42912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1150" y="6523001"/>
            <a:ext cx="294928" cy="196131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l">
              <a:defRPr sz="800" b="0" i="0">
                <a:solidFill>
                  <a:schemeClr val="tx1"/>
                </a:solidFill>
                <a:latin typeface="Aptos" panose="020B0004020202020204" pitchFamily="34" charset="0"/>
                <a:ea typeface="メイリオ" pitchFamily="50" charset="-128"/>
                <a:cs typeface="Calibri" panose="020F0502020204030204" pitchFamily="34" charset="0"/>
              </a:defRPr>
            </a:lvl1pPr>
          </a:lstStyle>
          <a:p>
            <a:pPr defTabSz="1218810"/>
            <a:fld id="{E9B57936-92EF-4126-AE48-1D9D36D15E98}" type="slidenum">
              <a:rPr lang="ja-JP" altLang="en-US" smtClean="0"/>
              <a:pPr defTabSz="1218810"/>
              <a:t>‹#›</a:t>
            </a:fld>
            <a:endParaRPr lang="ja-JP" altLang="en-US"/>
          </a:p>
        </p:txBody>
      </p: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875659DC-941F-AA40-8336-C3B1BF32BA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6078" y="6523001"/>
            <a:ext cx="6968348" cy="205613"/>
          </a:xfrm>
          <a:prstGeom prst="rect">
            <a:avLst/>
          </a:prstGeom>
        </p:spPr>
        <p:txBody>
          <a:bodyPr wrap="none" tIns="0" rIns="0" bIns="72000" numCol="1" anchor="ctr">
            <a:noAutofit/>
          </a:bodyPr>
          <a:lstStyle>
            <a:lvl1pPr marL="0" indent="0">
              <a:lnSpc>
                <a:spcPts val="16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 b="0" i="0">
                <a:solidFill>
                  <a:schemeClr val="accent3"/>
                </a:solidFill>
                <a:latin typeface="Aptos" panose="020B0004020202020204" pitchFamily="34" charset="0"/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 dirty="0"/>
              <a:t>Private and confidential. For internal use only.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45375A5A-6A84-7145-B49C-982F8461940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11151" y="1491373"/>
            <a:ext cx="3751965" cy="1464957"/>
          </a:xfrm>
        </p:spPr>
        <p:txBody>
          <a:bodyPr tIns="0" rIns="0" bIns="0" numCol="1" spcCol="126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 i="0"/>
            </a:lvl1pPr>
            <a:lvl2pPr marL="457068" indent="0">
              <a:buNone/>
              <a:defRPr sz="1800" b="1"/>
            </a:lvl2pPr>
            <a:lvl3pPr marL="914149" indent="0">
              <a:buNone/>
              <a:defRPr sz="1800" b="1"/>
            </a:lvl3pPr>
            <a:lvl4pPr marL="1371219" indent="0">
              <a:buNone/>
              <a:defRPr sz="1800" b="1"/>
            </a:lvl4pPr>
            <a:lvl5pPr marL="1828290" indent="0">
              <a:buNone/>
              <a:defRPr sz="1800" b="1"/>
            </a:lvl5pPr>
          </a:lstStyle>
          <a:p>
            <a:pPr lvl="0"/>
            <a:r>
              <a:rPr lang="en-US" dirty="0"/>
              <a:t>This is your Primary Text.</a:t>
            </a:r>
            <a:endParaRPr lang="en-JP" dirty="0"/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5F7E9041-544E-3547-AC30-65F55E91E1E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11150" y="1093767"/>
            <a:ext cx="3751965" cy="272786"/>
          </a:xfrm>
        </p:spPr>
        <p:txBody>
          <a:bodyPr tIns="0" rIns="0" bIns="0" numCol="1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000" b="1" i="0">
                <a:solidFill>
                  <a:schemeClr val="accent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 dirty="0"/>
              <a:t>This is your Primary Title</a:t>
            </a:r>
          </a:p>
        </p:txBody>
      </p:sp>
      <p:sp>
        <p:nvSpPr>
          <p:cNvPr id="5" name="タイトル プレースホルダ 1">
            <a:extLst>
              <a:ext uri="{FF2B5EF4-FFF2-40B4-BE49-F238E27FC236}">
                <a16:creationId xmlns:a16="http://schemas.microsoft.com/office/drawing/2014/main" id="{EA924626-C11F-5BA3-098E-B44C44669C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6690" y="178409"/>
            <a:ext cx="9379060" cy="685801"/>
          </a:xfrm>
          <a:prstGeom prst="rect">
            <a:avLst/>
          </a:prstGeom>
        </p:spPr>
        <p:txBody>
          <a:bodyPr vert="horz" lIns="0" tIns="54000" rIns="0" bIns="0" rtlCol="0" anchor="ctr">
            <a:normAutofit/>
          </a:bodyPr>
          <a:lstStyle>
            <a:lvl1pPr>
              <a:defRPr b="1" i="0">
                <a:latin typeface="Aptos" panose="020B0004020202020204" pitchFamily="34" charset="0"/>
              </a:defRPr>
            </a:lvl1pPr>
          </a:lstStyle>
          <a:p>
            <a:r>
              <a:rPr kumimoji="1" lang="en-US" altLang="ja-JP" dirty="0"/>
              <a:t>Click to add title</a:t>
            </a:r>
            <a:endParaRPr kumimoji="1" lang="ja-JP" alt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A61FFC0-2397-57B8-E269-F807B971483C}"/>
              </a:ext>
            </a:extLst>
          </p:cNvPr>
          <p:cNvSpPr/>
          <p:nvPr userDrawn="1"/>
        </p:nvSpPr>
        <p:spPr>
          <a:xfrm>
            <a:off x="312373" y="304426"/>
            <a:ext cx="143066" cy="436383"/>
          </a:xfrm>
          <a:custGeom>
            <a:avLst/>
            <a:gdLst>
              <a:gd name="connsiteX0" fmla="*/ 0 w 66951"/>
              <a:gd name="connsiteY0" fmla="*/ 0 h 565121"/>
              <a:gd name="connsiteX1" fmla="*/ 66951 w 66951"/>
              <a:gd name="connsiteY1" fmla="*/ 0 h 565121"/>
              <a:gd name="connsiteX2" fmla="*/ 66951 w 66951"/>
              <a:gd name="connsiteY2" fmla="*/ 565121 h 565121"/>
              <a:gd name="connsiteX3" fmla="*/ 0 w 66951"/>
              <a:gd name="connsiteY3" fmla="*/ 565121 h 565121"/>
              <a:gd name="connsiteX4" fmla="*/ 0 w 66951"/>
              <a:gd name="connsiteY4" fmla="*/ 0 h 565121"/>
              <a:gd name="connsiteX0" fmla="*/ 0 w 131862"/>
              <a:gd name="connsiteY0" fmla="*/ 0 h 565121"/>
              <a:gd name="connsiteX1" fmla="*/ 66951 w 131862"/>
              <a:gd name="connsiteY1" fmla="*/ 0 h 565121"/>
              <a:gd name="connsiteX2" fmla="*/ 66951 w 131862"/>
              <a:gd name="connsiteY2" fmla="*/ 565121 h 565121"/>
              <a:gd name="connsiteX3" fmla="*/ 0 w 131862"/>
              <a:gd name="connsiteY3" fmla="*/ 565121 h 565121"/>
              <a:gd name="connsiteX4" fmla="*/ 0 w 131862"/>
              <a:gd name="connsiteY4" fmla="*/ 0 h 565121"/>
              <a:gd name="connsiteX0" fmla="*/ 0 w 177682"/>
              <a:gd name="connsiteY0" fmla="*/ 0 h 565121"/>
              <a:gd name="connsiteX1" fmla="*/ 66951 w 177682"/>
              <a:gd name="connsiteY1" fmla="*/ 0 h 565121"/>
              <a:gd name="connsiteX2" fmla="*/ 66951 w 177682"/>
              <a:gd name="connsiteY2" fmla="*/ 565121 h 565121"/>
              <a:gd name="connsiteX3" fmla="*/ 0 w 177682"/>
              <a:gd name="connsiteY3" fmla="*/ 565121 h 565121"/>
              <a:gd name="connsiteX4" fmla="*/ 0 w 177682"/>
              <a:gd name="connsiteY4" fmla="*/ 0 h 565121"/>
              <a:gd name="connsiteX0" fmla="*/ 0 w 186120"/>
              <a:gd name="connsiteY0" fmla="*/ 0 h 565121"/>
              <a:gd name="connsiteX1" fmla="*/ 66951 w 186120"/>
              <a:gd name="connsiteY1" fmla="*/ 0 h 565121"/>
              <a:gd name="connsiteX2" fmla="*/ 66951 w 186120"/>
              <a:gd name="connsiteY2" fmla="*/ 565121 h 565121"/>
              <a:gd name="connsiteX3" fmla="*/ 0 w 186120"/>
              <a:gd name="connsiteY3" fmla="*/ 565121 h 565121"/>
              <a:gd name="connsiteX4" fmla="*/ 0 w 186120"/>
              <a:gd name="connsiteY4" fmla="*/ 0 h 565121"/>
              <a:gd name="connsiteX0" fmla="*/ 0 w 190787"/>
              <a:gd name="connsiteY0" fmla="*/ 0 h 565121"/>
              <a:gd name="connsiteX1" fmla="*/ 66951 w 190787"/>
              <a:gd name="connsiteY1" fmla="*/ 0 h 565121"/>
              <a:gd name="connsiteX2" fmla="*/ 66951 w 190787"/>
              <a:gd name="connsiteY2" fmla="*/ 565121 h 565121"/>
              <a:gd name="connsiteX3" fmla="*/ 0 w 190787"/>
              <a:gd name="connsiteY3" fmla="*/ 565121 h 565121"/>
              <a:gd name="connsiteX4" fmla="*/ 0 w 190787"/>
              <a:gd name="connsiteY4" fmla="*/ 0 h 565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0787" h="565121">
                <a:moveTo>
                  <a:pt x="0" y="0"/>
                </a:moveTo>
                <a:lnTo>
                  <a:pt x="66951" y="0"/>
                </a:lnTo>
                <a:cubicBezTo>
                  <a:pt x="235226" y="153449"/>
                  <a:pt x="228876" y="408497"/>
                  <a:pt x="66951" y="565121"/>
                </a:cubicBezTo>
                <a:lnTo>
                  <a:pt x="0" y="5651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algn="ctr"/>
            <a:endParaRPr kumimoji="1" lang="en-JP">
              <a:solidFill>
                <a:schemeClr val="bg1"/>
              </a:solidFill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D25B13BB-4F49-2813-DE49-BDDFEBCCB22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23301" y="30822"/>
            <a:ext cx="1779439" cy="980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294194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dvanced Chart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hart Placeholder 7">
            <a:extLst>
              <a:ext uri="{FF2B5EF4-FFF2-40B4-BE49-F238E27FC236}">
                <a16:creationId xmlns:a16="http://schemas.microsoft.com/office/drawing/2014/main" id="{A6D4E593-FDCC-D14E-9C5E-5F309E415C26}"/>
              </a:ext>
            </a:extLst>
          </p:cNvPr>
          <p:cNvSpPr>
            <a:spLocks noGrp="1"/>
          </p:cNvSpPr>
          <p:nvPr>
            <p:ph type="chart" sz="quarter" idx="21" hasCustomPrompt="1"/>
          </p:nvPr>
        </p:nvSpPr>
        <p:spPr>
          <a:xfrm>
            <a:off x="309223" y="3076286"/>
            <a:ext cx="5708650" cy="334038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 b="0" i="0"/>
            </a:lvl1pPr>
          </a:lstStyle>
          <a:p>
            <a:r>
              <a:rPr lang="en-JP" dirty="0"/>
              <a:t>Insert Chart</a:t>
            </a:r>
          </a:p>
        </p:txBody>
      </p:sp>
      <p:sp>
        <p:nvSpPr>
          <p:cNvPr id="9" name="Chart Placeholder 7">
            <a:extLst>
              <a:ext uri="{FF2B5EF4-FFF2-40B4-BE49-F238E27FC236}">
                <a16:creationId xmlns:a16="http://schemas.microsoft.com/office/drawing/2014/main" id="{F1FC7466-185A-8B44-ABF0-5410C1127700}"/>
              </a:ext>
            </a:extLst>
          </p:cNvPr>
          <p:cNvSpPr>
            <a:spLocks noGrp="1"/>
          </p:cNvSpPr>
          <p:nvPr>
            <p:ph type="chart" sz="quarter" idx="22" hasCustomPrompt="1"/>
          </p:nvPr>
        </p:nvSpPr>
        <p:spPr>
          <a:xfrm>
            <a:off x="6206170" y="3076286"/>
            <a:ext cx="5708650" cy="334038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 b="0" i="0"/>
            </a:lvl1pPr>
          </a:lstStyle>
          <a:p>
            <a:r>
              <a:rPr lang="en-JP" dirty="0"/>
              <a:t>Insert Chart</a:t>
            </a:r>
          </a:p>
        </p:txBody>
      </p:sp>
      <p:sp>
        <p:nvSpPr>
          <p:cNvPr id="14" name="Footer Placeholder 8">
            <a:extLst>
              <a:ext uri="{FF2B5EF4-FFF2-40B4-BE49-F238E27FC236}">
                <a16:creationId xmlns:a16="http://schemas.microsoft.com/office/drawing/2014/main" id="{C2587943-8F51-3542-B7BE-5781719445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766050" y="6523001"/>
            <a:ext cx="4114800" cy="196131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800" b="1" spc="100" baseline="0">
                <a:solidFill>
                  <a:schemeClr val="tx1"/>
                </a:solidFill>
              </a:defRPr>
            </a:lvl1pPr>
          </a:lstStyle>
          <a:p>
            <a:r>
              <a:rPr lang="en-JP"/>
              <a:t> </a:t>
            </a:r>
          </a:p>
        </p:txBody>
      </p:sp>
      <p:sp>
        <p:nvSpPr>
          <p:cNvPr id="22" name="スライド番号プレースホルダ 5">
            <a:extLst>
              <a:ext uri="{FF2B5EF4-FFF2-40B4-BE49-F238E27FC236}">
                <a16:creationId xmlns:a16="http://schemas.microsoft.com/office/drawing/2014/main" id="{8AFBB1AB-19B7-1347-93F8-D14235DD23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1150" y="6523001"/>
            <a:ext cx="294928" cy="196131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l">
              <a:defRPr sz="800" b="0" i="0">
                <a:solidFill>
                  <a:schemeClr val="tx1"/>
                </a:solidFill>
                <a:latin typeface="Aptos" panose="020B0004020202020204" pitchFamily="34" charset="0"/>
                <a:ea typeface="メイリオ" pitchFamily="50" charset="-128"/>
                <a:cs typeface="Calibri" panose="020F0502020204030204" pitchFamily="34" charset="0"/>
              </a:defRPr>
            </a:lvl1pPr>
          </a:lstStyle>
          <a:p>
            <a:pPr defTabSz="1218810"/>
            <a:fld id="{E9B57936-92EF-4126-AE48-1D9D36D15E98}" type="slidenum">
              <a:rPr lang="ja-JP" altLang="en-US" smtClean="0"/>
              <a:pPr defTabSz="1218810"/>
              <a:t>‹#›</a:t>
            </a:fld>
            <a:endParaRPr lang="ja-JP" altLang="en-US"/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1C168495-CA79-E440-A93B-B87B3674835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6078" y="6523001"/>
            <a:ext cx="6968348" cy="205613"/>
          </a:xfrm>
          <a:prstGeom prst="rect">
            <a:avLst/>
          </a:prstGeom>
        </p:spPr>
        <p:txBody>
          <a:bodyPr wrap="none" tIns="0" rIns="0" bIns="72000" numCol="1" anchor="ctr">
            <a:noAutofit/>
          </a:bodyPr>
          <a:lstStyle>
            <a:lvl1pPr marL="0" indent="0">
              <a:lnSpc>
                <a:spcPts val="16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 b="0" i="0">
                <a:solidFill>
                  <a:schemeClr val="accent3"/>
                </a:solidFill>
                <a:latin typeface="Aptos" panose="020B0004020202020204" pitchFamily="34" charset="0"/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 dirty="0"/>
              <a:t>Private and confidential. For internal use only.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F6F06E4B-A978-4E46-AE6C-67B54F7E34D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11150" y="1491373"/>
            <a:ext cx="11603669" cy="1464957"/>
          </a:xfrm>
        </p:spPr>
        <p:txBody>
          <a:bodyPr tIns="0" rIns="0" bIns="0" numCol="2" spcCol="126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 i="0"/>
            </a:lvl1pPr>
            <a:lvl2pPr marL="457068" indent="0">
              <a:buNone/>
              <a:defRPr sz="1800" b="1"/>
            </a:lvl2pPr>
            <a:lvl3pPr marL="914149" indent="0">
              <a:buNone/>
              <a:defRPr sz="1800" b="1"/>
            </a:lvl3pPr>
            <a:lvl4pPr marL="1371219" indent="0">
              <a:buNone/>
              <a:defRPr sz="1800" b="1"/>
            </a:lvl4pPr>
            <a:lvl5pPr marL="1828290" indent="0">
              <a:buNone/>
              <a:defRPr sz="1800" b="1"/>
            </a:lvl5pPr>
          </a:lstStyle>
          <a:p>
            <a:pPr lvl="0"/>
            <a:r>
              <a:rPr lang="en-US" dirty="0"/>
              <a:t>This is your Primary Text.</a:t>
            </a:r>
            <a:endParaRPr lang="en-JP" dirty="0"/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3FF373A1-4E48-6C48-A075-153436CF76D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11149" y="1093767"/>
            <a:ext cx="11603669" cy="272786"/>
          </a:xfrm>
        </p:spPr>
        <p:txBody>
          <a:bodyPr tIns="0" rIns="0" bIns="0" numCol="1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000" b="1" i="0">
                <a:solidFill>
                  <a:schemeClr val="accent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 dirty="0"/>
              <a:t>This is your Primary Title</a:t>
            </a:r>
          </a:p>
        </p:txBody>
      </p:sp>
      <p:sp>
        <p:nvSpPr>
          <p:cNvPr id="5" name="タイトル プレースホルダ 1">
            <a:extLst>
              <a:ext uri="{FF2B5EF4-FFF2-40B4-BE49-F238E27FC236}">
                <a16:creationId xmlns:a16="http://schemas.microsoft.com/office/drawing/2014/main" id="{A4B3B219-2CDD-39A1-0877-B2860A15C8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6690" y="192427"/>
            <a:ext cx="9379060" cy="685801"/>
          </a:xfrm>
          <a:prstGeom prst="rect">
            <a:avLst/>
          </a:prstGeom>
        </p:spPr>
        <p:txBody>
          <a:bodyPr vert="horz" lIns="0" tIns="54000" rIns="0" bIns="0" rtlCol="0" anchor="ctr">
            <a:normAutofit/>
          </a:bodyPr>
          <a:lstStyle>
            <a:lvl1pPr>
              <a:defRPr b="1" i="0">
                <a:latin typeface="Aptos" panose="020B0004020202020204" pitchFamily="34" charset="0"/>
              </a:defRPr>
            </a:lvl1pPr>
          </a:lstStyle>
          <a:p>
            <a:r>
              <a:rPr kumimoji="1" lang="en-US" altLang="ja-JP" dirty="0"/>
              <a:t>Click to add title</a:t>
            </a:r>
            <a:endParaRPr kumimoji="1" lang="ja-JP" alt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43116A0-8AC6-FB92-D496-01211CD33DDC}"/>
              </a:ext>
            </a:extLst>
          </p:cNvPr>
          <p:cNvSpPr/>
          <p:nvPr userDrawn="1"/>
        </p:nvSpPr>
        <p:spPr>
          <a:xfrm>
            <a:off x="312373" y="304426"/>
            <a:ext cx="143066" cy="436383"/>
          </a:xfrm>
          <a:custGeom>
            <a:avLst/>
            <a:gdLst>
              <a:gd name="connsiteX0" fmla="*/ 0 w 66951"/>
              <a:gd name="connsiteY0" fmla="*/ 0 h 565121"/>
              <a:gd name="connsiteX1" fmla="*/ 66951 w 66951"/>
              <a:gd name="connsiteY1" fmla="*/ 0 h 565121"/>
              <a:gd name="connsiteX2" fmla="*/ 66951 w 66951"/>
              <a:gd name="connsiteY2" fmla="*/ 565121 h 565121"/>
              <a:gd name="connsiteX3" fmla="*/ 0 w 66951"/>
              <a:gd name="connsiteY3" fmla="*/ 565121 h 565121"/>
              <a:gd name="connsiteX4" fmla="*/ 0 w 66951"/>
              <a:gd name="connsiteY4" fmla="*/ 0 h 565121"/>
              <a:gd name="connsiteX0" fmla="*/ 0 w 131862"/>
              <a:gd name="connsiteY0" fmla="*/ 0 h 565121"/>
              <a:gd name="connsiteX1" fmla="*/ 66951 w 131862"/>
              <a:gd name="connsiteY1" fmla="*/ 0 h 565121"/>
              <a:gd name="connsiteX2" fmla="*/ 66951 w 131862"/>
              <a:gd name="connsiteY2" fmla="*/ 565121 h 565121"/>
              <a:gd name="connsiteX3" fmla="*/ 0 w 131862"/>
              <a:gd name="connsiteY3" fmla="*/ 565121 h 565121"/>
              <a:gd name="connsiteX4" fmla="*/ 0 w 131862"/>
              <a:gd name="connsiteY4" fmla="*/ 0 h 565121"/>
              <a:gd name="connsiteX0" fmla="*/ 0 w 177682"/>
              <a:gd name="connsiteY0" fmla="*/ 0 h 565121"/>
              <a:gd name="connsiteX1" fmla="*/ 66951 w 177682"/>
              <a:gd name="connsiteY1" fmla="*/ 0 h 565121"/>
              <a:gd name="connsiteX2" fmla="*/ 66951 w 177682"/>
              <a:gd name="connsiteY2" fmla="*/ 565121 h 565121"/>
              <a:gd name="connsiteX3" fmla="*/ 0 w 177682"/>
              <a:gd name="connsiteY3" fmla="*/ 565121 h 565121"/>
              <a:gd name="connsiteX4" fmla="*/ 0 w 177682"/>
              <a:gd name="connsiteY4" fmla="*/ 0 h 565121"/>
              <a:gd name="connsiteX0" fmla="*/ 0 w 186120"/>
              <a:gd name="connsiteY0" fmla="*/ 0 h 565121"/>
              <a:gd name="connsiteX1" fmla="*/ 66951 w 186120"/>
              <a:gd name="connsiteY1" fmla="*/ 0 h 565121"/>
              <a:gd name="connsiteX2" fmla="*/ 66951 w 186120"/>
              <a:gd name="connsiteY2" fmla="*/ 565121 h 565121"/>
              <a:gd name="connsiteX3" fmla="*/ 0 w 186120"/>
              <a:gd name="connsiteY3" fmla="*/ 565121 h 565121"/>
              <a:gd name="connsiteX4" fmla="*/ 0 w 186120"/>
              <a:gd name="connsiteY4" fmla="*/ 0 h 565121"/>
              <a:gd name="connsiteX0" fmla="*/ 0 w 190787"/>
              <a:gd name="connsiteY0" fmla="*/ 0 h 565121"/>
              <a:gd name="connsiteX1" fmla="*/ 66951 w 190787"/>
              <a:gd name="connsiteY1" fmla="*/ 0 h 565121"/>
              <a:gd name="connsiteX2" fmla="*/ 66951 w 190787"/>
              <a:gd name="connsiteY2" fmla="*/ 565121 h 565121"/>
              <a:gd name="connsiteX3" fmla="*/ 0 w 190787"/>
              <a:gd name="connsiteY3" fmla="*/ 565121 h 565121"/>
              <a:gd name="connsiteX4" fmla="*/ 0 w 190787"/>
              <a:gd name="connsiteY4" fmla="*/ 0 h 565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0787" h="565121">
                <a:moveTo>
                  <a:pt x="0" y="0"/>
                </a:moveTo>
                <a:lnTo>
                  <a:pt x="66951" y="0"/>
                </a:lnTo>
                <a:cubicBezTo>
                  <a:pt x="235226" y="153449"/>
                  <a:pt x="228876" y="408497"/>
                  <a:pt x="66951" y="565121"/>
                </a:cubicBezTo>
                <a:lnTo>
                  <a:pt x="0" y="5651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algn="ctr"/>
            <a:endParaRPr kumimoji="1" lang="en-JP">
              <a:solidFill>
                <a:schemeClr val="bg1"/>
              </a:solidFill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74D1DF5-54F7-B0CD-27C4-C4ABCBD2C7E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23301" y="44840"/>
            <a:ext cx="1779439" cy="980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56136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766176-118B-86AD-5518-2186A3726A4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>
              <a:defRPr b="0" i="0"/>
            </a:lvl1pPr>
          </a:lstStyle>
          <a:p>
            <a:r>
              <a:rPr lang="en-US" altLang="ja-JP"/>
              <a:t>Click icon to add picture</a:t>
            </a:r>
            <a:endParaRPr lang="en-JP" dirty="0"/>
          </a:p>
        </p:txBody>
      </p:sp>
    </p:spTree>
    <p:extLst>
      <p:ext uri="{BB962C8B-B14F-4D97-AF65-F5344CB8AC3E}">
        <p14:creationId xmlns:p14="http://schemas.microsoft.com/office/powerpoint/2010/main" val="31901793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ttern 1 |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7CE5B64-3E82-1004-6E37-C3D83CEB65A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 descr="Takeda">
            <a:extLst>
              <a:ext uri="{FF2B5EF4-FFF2-40B4-BE49-F238E27FC236}">
                <a16:creationId xmlns:a16="http://schemas.microsoft.com/office/drawing/2014/main" id="{5D70691F-1F44-794D-D18D-56668540162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9329" y="0"/>
            <a:ext cx="1768699" cy="980973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E90A22CD-4EB4-1F41-1B70-31E6BE4CD4D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06003" y="2577647"/>
            <a:ext cx="5289997" cy="989516"/>
          </a:xfrm>
          <a:prstGeom prst="rect">
            <a:avLst/>
          </a:prstGeom>
        </p:spPr>
        <p:txBody>
          <a:bodyPr wrap="square" lIns="0" tIns="0" rIns="0" bIns="0" anchor="t" anchorCtr="0">
            <a:normAutofit/>
          </a:bodyPr>
          <a:lstStyle>
            <a:lvl1pPr>
              <a:lnSpc>
                <a:spcPct val="90000"/>
              </a:lnSpc>
              <a:defRPr sz="4800" b="1" i="0" baseline="0">
                <a:solidFill>
                  <a:schemeClr val="tx1"/>
                </a:solidFill>
                <a:latin typeface="Aptos" panose="020B0004020202020204" pitchFamily="34" charset="0"/>
                <a:ea typeface="メイリオ" pitchFamily="50" charset="-128"/>
                <a:cs typeface="Calibri" pitchFamily="34" charset="0"/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1731444D-472F-A911-0CB4-D27FA596197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06003" y="4551743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Title of Position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CF911337-D5CF-6C66-425F-C8D6873BF3A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6003" y="4811514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Department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45989A7E-5C6A-CDD3-A463-A013CA6994D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06003" y="5071285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B88B12E6-E35C-0F28-B636-91874C326B6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06003" y="4291972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77D707B6-EEA3-4EEB-6746-C126E7E8021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06003" y="5331055"/>
            <a:ext cx="5289997" cy="234001"/>
          </a:xfrm>
          <a:prstGeom prst="rect">
            <a:avLst/>
          </a:prstGeom>
        </p:spPr>
        <p:txBody>
          <a:bodyPr tIns="0" rIns="0" bIns="0" anchor="ctr" anchorCtr="0">
            <a:noAutofit/>
          </a:bodyPr>
          <a:lstStyle>
            <a:lvl1pPr marL="0" marR="0" indent="0" algn="l" defTabSz="9141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C4948"/>
              </a:buClr>
              <a:buSzTx/>
              <a:buFont typeface="Arial" panose="020B0604020202020204" pitchFamily="34" charset="0"/>
              <a:buNone/>
              <a:tabLst/>
              <a:defRPr sz="800" b="0" i="0">
                <a:latin typeface="Aptos" panose="020B0004020202020204" pitchFamily="34" charset="0"/>
              </a:defRPr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marL="0" marR="0" lvl="0" indent="0" algn="l" defTabSz="9141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C494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Private and confidential. For internal use only.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EBE4D317-783A-941D-29F5-51F8F0C4679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003" y="2217544"/>
            <a:ext cx="5289997" cy="33853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 i="0" spc="15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SUBHEADING</a:t>
            </a:r>
            <a:endParaRPr lang="en-JP" dirty="0"/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E5DDB1E2-5E29-89E8-F71B-1AA34DF649E5}"/>
              </a:ext>
            </a:extLst>
          </p:cNvPr>
          <p:cNvSpPr/>
          <p:nvPr userDrawn="1"/>
        </p:nvSpPr>
        <p:spPr>
          <a:xfrm>
            <a:off x="305389" y="2579521"/>
            <a:ext cx="190787" cy="565121"/>
          </a:xfrm>
          <a:custGeom>
            <a:avLst/>
            <a:gdLst>
              <a:gd name="connsiteX0" fmla="*/ 0 w 66951"/>
              <a:gd name="connsiteY0" fmla="*/ 0 h 565121"/>
              <a:gd name="connsiteX1" fmla="*/ 66951 w 66951"/>
              <a:gd name="connsiteY1" fmla="*/ 0 h 565121"/>
              <a:gd name="connsiteX2" fmla="*/ 66951 w 66951"/>
              <a:gd name="connsiteY2" fmla="*/ 565121 h 565121"/>
              <a:gd name="connsiteX3" fmla="*/ 0 w 66951"/>
              <a:gd name="connsiteY3" fmla="*/ 565121 h 565121"/>
              <a:gd name="connsiteX4" fmla="*/ 0 w 66951"/>
              <a:gd name="connsiteY4" fmla="*/ 0 h 565121"/>
              <a:gd name="connsiteX0" fmla="*/ 0 w 131862"/>
              <a:gd name="connsiteY0" fmla="*/ 0 h 565121"/>
              <a:gd name="connsiteX1" fmla="*/ 66951 w 131862"/>
              <a:gd name="connsiteY1" fmla="*/ 0 h 565121"/>
              <a:gd name="connsiteX2" fmla="*/ 66951 w 131862"/>
              <a:gd name="connsiteY2" fmla="*/ 565121 h 565121"/>
              <a:gd name="connsiteX3" fmla="*/ 0 w 131862"/>
              <a:gd name="connsiteY3" fmla="*/ 565121 h 565121"/>
              <a:gd name="connsiteX4" fmla="*/ 0 w 131862"/>
              <a:gd name="connsiteY4" fmla="*/ 0 h 565121"/>
              <a:gd name="connsiteX0" fmla="*/ 0 w 177682"/>
              <a:gd name="connsiteY0" fmla="*/ 0 h 565121"/>
              <a:gd name="connsiteX1" fmla="*/ 66951 w 177682"/>
              <a:gd name="connsiteY1" fmla="*/ 0 h 565121"/>
              <a:gd name="connsiteX2" fmla="*/ 66951 w 177682"/>
              <a:gd name="connsiteY2" fmla="*/ 565121 h 565121"/>
              <a:gd name="connsiteX3" fmla="*/ 0 w 177682"/>
              <a:gd name="connsiteY3" fmla="*/ 565121 h 565121"/>
              <a:gd name="connsiteX4" fmla="*/ 0 w 177682"/>
              <a:gd name="connsiteY4" fmla="*/ 0 h 565121"/>
              <a:gd name="connsiteX0" fmla="*/ 0 w 186120"/>
              <a:gd name="connsiteY0" fmla="*/ 0 h 565121"/>
              <a:gd name="connsiteX1" fmla="*/ 66951 w 186120"/>
              <a:gd name="connsiteY1" fmla="*/ 0 h 565121"/>
              <a:gd name="connsiteX2" fmla="*/ 66951 w 186120"/>
              <a:gd name="connsiteY2" fmla="*/ 565121 h 565121"/>
              <a:gd name="connsiteX3" fmla="*/ 0 w 186120"/>
              <a:gd name="connsiteY3" fmla="*/ 565121 h 565121"/>
              <a:gd name="connsiteX4" fmla="*/ 0 w 186120"/>
              <a:gd name="connsiteY4" fmla="*/ 0 h 565121"/>
              <a:gd name="connsiteX0" fmla="*/ 0 w 190787"/>
              <a:gd name="connsiteY0" fmla="*/ 0 h 565121"/>
              <a:gd name="connsiteX1" fmla="*/ 66951 w 190787"/>
              <a:gd name="connsiteY1" fmla="*/ 0 h 565121"/>
              <a:gd name="connsiteX2" fmla="*/ 66951 w 190787"/>
              <a:gd name="connsiteY2" fmla="*/ 565121 h 565121"/>
              <a:gd name="connsiteX3" fmla="*/ 0 w 190787"/>
              <a:gd name="connsiteY3" fmla="*/ 565121 h 565121"/>
              <a:gd name="connsiteX4" fmla="*/ 0 w 190787"/>
              <a:gd name="connsiteY4" fmla="*/ 0 h 565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0787" h="565121">
                <a:moveTo>
                  <a:pt x="0" y="0"/>
                </a:moveTo>
                <a:lnTo>
                  <a:pt x="66951" y="0"/>
                </a:lnTo>
                <a:cubicBezTo>
                  <a:pt x="235226" y="153449"/>
                  <a:pt x="228876" y="408497"/>
                  <a:pt x="66951" y="565121"/>
                </a:cubicBezTo>
                <a:lnTo>
                  <a:pt x="0" y="5651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algn="ctr"/>
            <a:endParaRPr kumimoji="1" lang="en-JP">
              <a:solidFill>
                <a:schemeClr val="bg1"/>
              </a:solidFill>
            </a:endParaRP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305104FF-62C1-2312-FC13-4CEC71AECE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6002" y="6376220"/>
            <a:ext cx="1950447" cy="111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51560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65" userDrawn="1">
          <p15:clr>
            <a:srgbClr val="FBAE40"/>
          </p15:clr>
        </p15:guide>
        <p15:guide id="2" orient="horz" pos="2364" userDrawn="1">
          <p15:clr>
            <a:srgbClr val="FBAE40"/>
          </p15:clr>
        </p15:guide>
        <p15:guide id="3" orient="horz" pos="2160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ttern 1 | Invert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9034B49-CA41-852B-695B-D82156F2E8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 descr="Takeda">
            <a:extLst>
              <a:ext uri="{FF2B5EF4-FFF2-40B4-BE49-F238E27FC236}">
                <a16:creationId xmlns:a16="http://schemas.microsoft.com/office/drawing/2014/main" id="{CF5747BE-E8F1-F093-AC07-691290A5ED8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9329" y="0"/>
            <a:ext cx="1768699" cy="980973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5C945C68-A816-B115-9AEC-6E084110CC8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06003" y="2577647"/>
            <a:ext cx="5289997" cy="989516"/>
          </a:xfrm>
          <a:prstGeom prst="rect">
            <a:avLst/>
          </a:prstGeom>
        </p:spPr>
        <p:txBody>
          <a:bodyPr wrap="square" lIns="0" tIns="0" rIns="0" bIns="0" anchor="t" anchorCtr="0">
            <a:normAutofit/>
          </a:bodyPr>
          <a:lstStyle>
            <a:lvl1pPr>
              <a:lnSpc>
                <a:spcPct val="90000"/>
              </a:lnSpc>
              <a:defRPr sz="4800" b="1" i="0" baseline="0">
                <a:solidFill>
                  <a:schemeClr val="tx1"/>
                </a:solidFill>
                <a:latin typeface="Aptos" panose="020B0004020202020204" pitchFamily="34" charset="0"/>
                <a:ea typeface="メイリオ" pitchFamily="50" charset="-128"/>
                <a:cs typeface="Calibri" pitchFamily="34" charset="0"/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727940DD-2B69-F270-8C2B-CE21CCC5B58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06003" y="4551743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Title of Position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BBE0ABD3-1649-818B-9A13-3D3318D5A13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6003" y="4811514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Department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55055EAB-26D8-5FD9-B00B-62D13124B5A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06003" y="5071285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33DD0858-D0BC-4442-CB17-DE071332490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06003" y="4291972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E05CF097-8310-0040-A6E8-059396ADE1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06003" y="5331055"/>
            <a:ext cx="5289997" cy="234001"/>
          </a:xfrm>
          <a:prstGeom prst="rect">
            <a:avLst/>
          </a:prstGeom>
        </p:spPr>
        <p:txBody>
          <a:bodyPr tIns="0" rIns="0" bIns="0" anchor="ctr" anchorCtr="0">
            <a:noAutofit/>
          </a:bodyPr>
          <a:lstStyle>
            <a:lvl1pPr marL="0" marR="0" indent="0" algn="l" defTabSz="9141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C4948"/>
              </a:buClr>
              <a:buSzTx/>
              <a:buFont typeface="Arial" panose="020B0604020202020204" pitchFamily="34" charset="0"/>
              <a:buNone/>
              <a:tabLst/>
              <a:defRPr sz="800" b="0" i="0">
                <a:latin typeface="Aptos" panose="020B0004020202020204" pitchFamily="34" charset="0"/>
              </a:defRPr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marL="0" marR="0" lvl="0" indent="0" algn="l" defTabSz="9141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C494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Private and confidential. For internal use only.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089E55D9-6508-16C1-AC39-9EB8B6C0B35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003" y="2217544"/>
            <a:ext cx="5289997" cy="33853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 i="0" spc="15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SUBHEADING</a:t>
            </a:r>
            <a:endParaRPr lang="en-JP" dirty="0"/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640ADE43-5EE1-58D6-653B-F3C398D3F044}"/>
              </a:ext>
            </a:extLst>
          </p:cNvPr>
          <p:cNvSpPr/>
          <p:nvPr userDrawn="1"/>
        </p:nvSpPr>
        <p:spPr>
          <a:xfrm>
            <a:off x="305389" y="2579521"/>
            <a:ext cx="190787" cy="565121"/>
          </a:xfrm>
          <a:custGeom>
            <a:avLst/>
            <a:gdLst>
              <a:gd name="connsiteX0" fmla="*/ 0 w 66951"/>
              <a:gd name="connsiteY0" fmla="*/ 0 h 565121"/>
              <a:gd name="connsiteX1" fmla="*/ 66951 w 66951"/>
              <a:gd name="connsiteY1" fmla="*/ 0 h 565121"/>
              <a:gd name="connsiteX2" fmla="*/ 66951 w 66951"/>
              <a:gd name="connsiteY2" fmla="*/ 565121 h 565121"/>
              <a:gd name="connsiteX3" fmla="*/ 0 w 66951"/>
              <a:gd name="connsiteY3" fmla="*/ 565121 h 565121"/>
              <a:gd name="connsiteX4" fmla="*/ 0 w 66951"/>
              <a:gd name="connsiteY4" fmla="*/ 0 h 565121"/>
              <a:gd name="connsiteX0" fmla="*/ 0 w 131862"/>
              <a:gd name="connsiteY0" fmla="*/ 0 h 565121"/>
              <a:gd name="connsiteX1" fmla="*/ 66951 w 131862"/>
              <a:gd name="connsiteY1" fmla="*/ 0 h 565121"/>
              <a:gd name="connsiteX2" fmla="*/ 66951 w 131862"/>
              <a:gd name="connsiteY2" fmla="*/ 565121 h 565121"/>
              <a:gd name="connsiteX3" fmla="*/ 0 w 131862"/>
              <a:gd name="connsiteY3" fmla="*/ 565121 h 565121"/>
              <a:gd name="connsiteX4" fmla="*/ 0 w 131862"/>
              <a:gd name="connsiteY4" fmla="*/ 0 h 565121"/>
              <a:gd name="connsiteX0" fmla="*/ 0 w 177682"/>
              <a:gd name="connsiteY0" fmla="*/ 0 h 565121"/>
              <a:gd name="connsiteX1" fmla="*/ 66951 w 177682"/>
              <a:gd name="connsiteY1" fmla="*/ 0 h 565121"/>
              <a:gd name="connsiteX2" fmla="*/ 66951 w 177682"/>
              <a:gd name="connsiteY2" fmla="*/ 565121 h 565121"/>
              <a:gd name="connsiteX3" fmla="*/ 0 w 177682"/>
              <a:gd name="connsiteY3" fmla="*/ 565121 h 565121"/>
              <a:gd name="connsiteX4" fmla="*/ 0 w 177682"/>
              <a:gd name="connsiteY4" fmla="*/ 0 h 565121"/>
              <a:gd name="connsiteX0" fmla="*/ 0 w 186120"/>
              <a:gd name="connsiteY0" fmla="*/ 0 h 565121"/>
              <a:gd name="connsiteX1" fmla="*/ 66951 w 186120"/>
              <a:gd name="connsiteY1" fmla="*/ 0 h 565121"/>
              <a:gd name="connsiteX2" fmla="*/ 66951 w 186120"/>
              <a:gd name="connsiteY2" fmla="*/ 565121 h 565121"/>
              <a:gd name="connsiteX3" fmla="*/ 0 w 186120"/>
              <a:gd name="connsiteY3" fmla="*/ 565121 h 565121"/>
              <a:gd name="connsiteX4" fmla="*/ 0 w 186120"/>
              <a:gd name="connsiteY4" fmla="*/ 0 h 565121"/>
              <a:gd name="connsiteX0" fmla="*/ 0 w 190787"/>
              <a:gd name="connsiteY0" fmla="*/ 0 h 565121"/>
              <a:gd name="connsiteX1" fmla="*/ 66951 w 190787"/>
              <a:gd name="connsiteY1" fmla="*/ 0 h 565121"/>
              <a:gd name="connsiteX2" fmla="*/ 66951 w 190787"/>
              <a:gd name="connsiteY2" fmla="*/ 565121 h 565121"/>
              <a:gd name="connsiteX3" fmla="*/ 0 w 190787"/>
              <a:gd name="connsiteY3" fmla="*/ 565121 h 565121"/>
              <a:gd name="connsiteX4" fmla="*/ 0 w 190787"/>
              <a:gd name="connsiteY4" fmla="*/ 0 h 565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0787" h="565121">
                <a:moveTo>
                  <a:pt x="0" y="0"/>
                </a:moveTo>
                <a:lnTo>
                  <a:pt x="66951" y="0"/>
                </a:lnTo>
                <a:cubicBezTo>
                  <a:pt x="235226" y="153449"/>
                  <a:pt x="228876" y="408497"/>
                  <a:pt x="66951" y="565121"/>
                </a:cubicBezTo>
                <a:lnTo>
                  <a:pt x="0" y="5651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algn="ctr"/>
            <a:endParaRPr kumimoji="1" lang="en-JP">
              <a:solidFill>
                <a:schemeClr val="bg1"/>
              </a:solidFill>
            </a:endParaRP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95C84E3-2736-802A-8B57-36F769B86E5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6002" y="6376220"/>
            <a:ext cx="1950447" cy="111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49285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65" userDrawn="1">
          <p15:clr>
            <a:srgbClr val="FBAE40"/>
          </p15:clr>
        </p15:guide>
        <p15:guide id="2" orient="horz" pos="2364" userDrawn="1">
          <p15:clr>
            <a:srgbClr val="FBAE40"/>
          </p15:clr>
        </p15:guide>
        <p15:guide id="3" orient="horz" pos="2160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ttern 1 | Sub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0012F28-72C1-360B-8C0D-B98941FCE0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 descr="Takeda">
            <a:extLst>
              <a:ext uri="{FF2B5EF4-FFF2-40B4-BE49-F238E27FC236}">
                <a16:creationId xmlns:a16="http://schemas.microsoft.com/office/drawing/2014/main" id="{B837F9E9-31D5-D76E-E389-CCCFD3C4E08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9329" y="0"/>
            <a:ext cx="1768699" cy="980973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E6E4638C-E5F5-A6E9-D80C-FEF738C16BE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06003" y="2577647"/>
            <a:ext cx="5289997" cy="989516"/>
          </a:xfrm>
          <a:prstGeom prst="rect">
            <a:avLst/>
          </a:prstGeom>
        </p:spPr>
        <p:txBody>
          <a:bodyPr wrap="square" lIns="0" tIns="0" rIns="0" bIns="0" anchor="t" anchorCtr="0">
            <a:normAutofit/>
          </a:bodyPr>
          <a:lstStyle>
            <a:lvl1pPr>
              <a:lnSpc>
                <a:spcPct val="90000"/>
              </a:lnSpc>
              <a:defRPr sz="4800" b="1" i="0" baseline="0">
                <a:solidFill>
                  <a:schemeClr val="tx1"/>
                </a:solidFill>
                <a:latin typeface="Aptos" panose="020B0004020202020204" pitchFamily="34" charset="0"/>
                <a:ea typeface="メイリオ" pitchFamily="50" charset="-128"/>
                <a:cs typeface="Calibri" pitchFamily="34" charset="0"/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B0D46DAD-D124-3A7B-0284-B56016EF7CC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06003" y="4551743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Title of Position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69260880-695C-22C9-8CE2-567C147E868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6003" y="4811514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Department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1A88FF79-6BD2-EAF2-FA78-0C70F8ECE16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06003" y="5071285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BEE5391-034F-C9DB-9BA7-7DC6E7DD026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06003" y="4291972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0FFE793C-DAE9-D939-FD78-3B8DE5C144B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06003" y="5331055"/>
            <a:ext cx="5289997" cy="234001"/>
          </a:xfrm>
          <a:prstGeom prst="rect">
            <a:avLst/>
          </a:prstGeom>
        </p:spPr>
        <p:txBody>
          <a:bodyPr tIns="0" rIns="0" bIns="0" anchor="ctr" anchorCtr="0">
            <a:noAutofit/>
          </a:bodyPr>
          <a:lstStyle>
            <a:lvl1pPr marL="0" marR="0" indent="0" algn="l" defTabSz="9141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C4948"/>
              </a:buClr>
              <a:buSzTx/>
              <a:buFont typeface="Arial" panose="020B0604020202020204" pitchFamily="34" charset="0"/>
              <a:buNone/>
              <a:tabLst/>
              <a:defRPr sz="800" b="0" i="0">
                <a:latin typeface="Aptos" panose="020B0004020202020204" pitchFamily="34" charset="0"/>
              </a:defRPr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marL="0" marR="0" lvl="0" indent="0" algn="l" defTabSz="9141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C494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Private and confidential. For internal use only.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905CD1BD-99F2-14D2-F7E3-0768B80DAB1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003" y="2217544"/>
            <a:ext cx="5289997" cy="33853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 i="0" spc="15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SUBHEADING</a:t>
            </a:r>
            <a:endParaRPr lang="en-JP" dirty="0"/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0A9494E5-BCC8-3D41-8447-812915CCDC0D}"/>
              </a:ext>
            </a:extLst>
          </p:cNvPr>
          <p:cNvSpPr/>
          <p:nvPr userDrawn="1"/>
        </p:nvSpPr>
        <p:spPr>
          <a:xfrm>
            <a:off x="305389" y="2579521"/>
            <a:ext cx="190787" cy="565121"/>
          </a:xfrm>
          <a:custGeom>
            <a:avLst/>
            <a:gdLst>
              <a:gd name="connsiteX0" fmla="*/ 0 w 66951"/>
              <a:gd name="connsiteY0" fmla="*/ 0 h 565121"/>
              <a:gd name="connsiteX1" fmla="*/ 66951 w 66951"/>
              <a:gd name="connsiteY1" fmla="*/ 0 h 565121"/>
              <a:gd name="connsiteX2" fmla="*/ 66951 w 66951"/>
              <a:gd name="connsiteY2" fmla="*/ 565121 h 565121"/>
              <a:gd name="connsiteX3" fmla="*/ 0 w 66951"/>
              <a:gd name="connsiteY3" fmla="*/ 565121 h 565121"/>
              <a:gd name="connsiteX4" fmla="*/ 0 w 66951"/>
              <a:gd name="connsiteY4" fmla="*/ 0 h 565121"/>
              <a:gd name="connsiteX0" fmla="*/ 0 w 131862"/>
              <a:gd name="connsiteY0" fmla="*/ 0 h 565121"/>
              <a:gd name="connsiteX1" fmla="*/ 66951 w 131862"/>
              <a:gd name="connsiteY1" fmla="*/ 0 h 565121"/>
              <a:gd name="connsiteX2" fmla="*/ 66951 w 131862"/>
              <a:gd name="connsiteY2" fmla="*/ 565121 h 565121"/>
              <a:gd name="connsiteX3" fmla="*/ 0 w 131862"/>
              <a:gd name="connsiteY3" fmla="*/ 565121 h 565121"/>
              <a:gd name="connsiteX4" fmla="*/ 0 w 131862"/>
              <a:gd name="connsiteY4" fmla="*/ 0 h 565121"/>
              <a:gd name="connsiteX0" fmla="*/ 0 w 177682"/>
              <a:gd name="connsiteY0" fmla="*/ 0 h 565121"/>
              <a:gd name="connsiteX1" fmla="*/ 66951 w 177682"/>
              <a:gd name="connsiteY1" fmla="*/ 0 h 565121"/>
              <a:gd name="connsiteX2" fmla="*/ 66951 w 177682"/>
              <a:gd name="connsiteY2" fmla="*/ 565121 h 565121"/>
              <a:gd name="connsiteX3" fmla="*/ 0 w 177682"/>
              <a:gd name="connsiteY3" fmla="*/ 565121 h 565121"/>
              <a:gd name="connsiteX4" fmla="*/ 0 w 177682"/>
              <a:gd name="connsiteY4" fmla="*/ 0 h 565121"/>
              <a:gd name="connsiteX0" fmla="*/ 0 w 186120"/>
              <a:gd name="connsiteY0" fmla="*/ 0 h 565121"/>
              <a:gd name="connsiteX1" fmla="*/ 66951 w 186120"/>
              <a:gd name="connsiteY1" fmla="*/ 0 h 565121"/>
              <a:gd name="connsiteX2" fmla="*/ 66951 w 186120"/>
              <a:gd name="connsiteY2" fmla="*/ 565121 h 565121"/>
              <a:gd name="connsiteX3" fmla="*/ 0 w 186120"/>
              <a:gd name="connsiteY3" fmla="*/ 565121 h 565121"/>
              <a:gd name="connsiteX4" fmla="*/ 0 w 186120"/>
              <a:gd name="connsiteY4" fmla="*/ 0 h 565121"/>
              <a:gd name="connsiteX0" fmla="*/ 0 w 190787"/>
              <a:gd name="connsiteY0" fmla="*/ 0 h 565121"/>
              <a:gd name="connsiteX1" fmla="*/ 66951 w 190787"/>
              <a:gd name="connsiteY1" fmla="*/ 0 h 565121"/>
              <a:gd name="connsiteX2" fmla="*/ 66951 w 190787"/>
              <a:gd name="connsiteY2" fmla="*/ 565121 h 565121"/>
              <a:gd name="connsiteX3" fmla="*/ 0 w 190787"/>
              <a:gd name="connsiteY3" fmla="*/ 565121 h 565121"/>
              <a:gd name="connsiteX4" fmla="*/ 0 w 190787"/>
              <a:gd name="connsiteY4" fmla="*/ 0 h 565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0787" h="565121">
                <a:moveTo>
                  <a:pt x="0" y="0"/>
                </a:moveTo>
                <a:lnTo>
                  <a:pt x="66951" y="0"/>
                </a:lnTo>
                <a:cubicBezTo>
                  <a:pt x="235226" y="153449"/>
                  <a:pt x="228876" y="408497"/>
                  <a:pt x="66951" y="565121"/>
                </a:cubicBezTo>
                <a:lnTo>
                  <a:pt x="0" y="5651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algn="ctr"/>
            <a:endParaRPr kumimoji="1" lang="en-JP">
              <a:solidFill>
                <a:schemeClr val="bg1"/>
              </a:solidFill>
            </a:endParaRP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A73E4B28-2892-E437-6DD2-08B6D53C592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6002" y="6376220"/>
            <a:ext cx="1950447" cy="111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75763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65" userDrawn="1">
          <p15:clr>
            <a:srgbClr val="FBAE40"/>
          </p15:clr>
        </p15:guide>
        <p15:guide id="2" orient="horz" pos="2364" userDrawn="1">
          <p15:clr>
            <a:srgbClr val="FBAE40"/>
          </p15:clr>
        </p15:guide>
        <p15:guide id="3" orient="horz" pos="2160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ttern 1 | Sub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8FA7805D-E0EE-3423-1AF7-567AAEAFBFE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9120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65" userDrawn="1">
          <p15:clr>
            <a:srgbClr val="FBAE40"/>
          </p15:clr>
        </p15:guide>
        <p15:guide id="2" orient="horz" pos="2364" userDrawn="1">
          <p15:clr>
            <a:srgbClr val="FBAE40"/>
          </p15:clr>
        </p15:guide>
        <p15:guide id="3" orient="horz" pos="2160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ttern 2 |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B880CC2-5C7A-30C9-C372-8FFE0235093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624D65F3-4B3E-2B40-53BD-839E514C9EE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06003" y="2577647"/>
            <a:ext cx="5289997" cy="989516"/>
          </a:xfrm>
          <a:prstGeom prst="rect">
            <a:avLst/>
          </a:prstGeom>
        </p:spPr>
        <p:txBody>
          <a:bodyPr wrap="square" lIns="0" tIns="0" rIns="0" bIns="0" anchor="t" anchorCtr="0">
            <a:normAutofit/>
          </a:bodyPr>
          <a:lstStyle>
            <a:lvl1pPr>
              <a:lnSpc>
                <a:spcPct val="90000"/>
              </a:lnSpc>
              <a:defRPr sz="4800" b="1" i="0" baseline="0">
                <a:solidFill>
                  <a:schemeClr val="tx1"/>
                </a:solidFill>
                <a:latin typeface="Aptos" panose="020B0004020202020204" pitchFamily="34" charset="0"/>
                <a:ea typeface="メイリオ" pitchFamily="50" charset="-128"/>
                <a:cs typeface="Calibri" pitchFamily="34" charset="0"/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C54E2EA1-548F-E20A-B7DC-328270342E6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06003" y="4551743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Title of Position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66D21ACC-78FA-5E83-7FF5-131B74E51C3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6003" y="4811514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Department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02C4BA0B-83CA-B2FC-9A99-15584EA8E48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06003" y="5071285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45FA3E3C-AB36-30BB-88ED-8A729C3FC94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06003" y="4291972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285CDFB5-C305-B777-931D-E9C318D6A84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06003" y="5331055"/>
            <a:ext cx="5289997" cy="234001"/>
          </a:xfrm>
          <a:prstGeom prst="rect">
            <a:avLst/>
          </a:prstGeom>
        </p:spPr>
        <p:txBody>
          <a:bodyPr tIns="0" rIns="0" bIns="0" anchor="ctr" anchorCtr="0">
            <a:noAutofit/>
          </a:bodyPr>
          <a:lstStyle>
            <a:lvl1pPr marL="0" marR="0" indent="0" algn="l" defTabSz="9141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C4948"/>
              </a:buClr>
              <a:buSzTx/>
              <a:buFont typeface="Arial" panose="020B0604020202020204" pitchFamily="34" charset="0"/>
              <a:buNone/>
              <a:tabLst/>
              <a:defRPr sz="800" b="0" i="0">
                <a:latin typeface="Aptos" panose="020B0004020202020204" pitchFamily="34" charset="0"/>
              </a:defRPr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marL="0" marR="0" lvl="0" indent="0" algn="l" defTabSz="9141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C494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Private and confidential. For internal use only.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421D960-51E8-6510-8A49-FAFD3A7D587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003" y="2217544"/>
            <a:ext cx="5289997" cy="33853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 i="0" spc="15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SUBHEADING</a:t>
            </a:r>
            <a:endParaRPr lang="en-JP" dirty="0"/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C8DFBD78-D096-12E4-0A55-54F37F2181B7}"/>
              </a:ext>
            </a:extLst>
          </p:cNvPr>
          <p:cNvSpPr/>
          <p:nvPr userDrawn="1"/>
        </p:nvSpPr>
        <p:spPr>
          <a:xfrm>
            <a:off x="305389" y="2579521"/>
            <a:ext cx="190787" cy="565121"/>
          </a:xfrm>
          <a:custGeom>
            <a:avLst/>
            <a:gdLst>
              <a:gd name="connsiteX0" fmla="*/ 0 w 66951"/>
              <a:gd name="connsiteY0" fmla="*/ 0 h 565121"/>
              <a:gd name="connsiteX1" fmla="*/ 66951 w 66951"/>
              <a:gd name="connsiteY1" fmla="*/ 0 h 565121"/>
              <a:gd name="connsiteX2" fmla="*/ 66951 w 66951"/>
              <a:gd name="connsiteY2" fmla="*/ 565121 h 565121"/>
              <a:gd name="connsiteX3" fmla="*/ 0 w 66951"/>
              <a:gd name="connsiteY3" fmla="*/ 565121 h 565121"/>
              <a:gd name="connsiteX4" fmla="*/ 0 w 66951"/>
              <a:gd name="connsiteY4" fmla="*/ 0 h 565121"/>
              <a:gd name="connsiteX0" fmla="*/ 0 w 131862"/>
              <a:gd name="connsiteY0" fmla="*/ 0 h 565121"/>
              <a:gd name="connsiteX1" fmla="*/ 66951 w 131862"/>
              <a:gd name="connsiteY1" fmla="*/ 0 h 565121"/>
              <a:gd name="connsiteX2" fmla="*/ 66951 w 131862"/>
              <a:gd name="connsiteY2" fmla="*/ 565121 h 565121"/>
              <a:gd name="connsiteX3" fmla="*/ 0 w 131862"/>
              <a:gd name="connsiteY3" fmla="*/ 565121 h 565121"/>
              <a:gd name="connsiteX4" fmla="*/ 0 w 131862"/>
              <a:gd name="connsiteY4" fmla="*/ 0 h 565121"/>
              <a:gd name="connsiteX0" fmla="*/ 0 w 177682"/>
              <a:gd name="connsiteY0" fmla="*/ 0 h 565121"/>
              <a:gd name="connsiteX1" fmla="*/ 66951 w 177682"/>
              <a:gd name="connsiteY1" fmla="*/ 0 h 565121"/>
              <a:gd name="connsiteX2" fmla="*/ 66951 w 177682"/>
              <a:gd name="connsiteY2" fmla="*/ 565121 h 565121"/>
              <a:gd name="connsiteX3" fmla="*/ 0 w 177682"/>
              <a:gd name="connsiteY3" fmla="*/ 565121 h 565121"/>
              <a:gd name="connsiteX4" fmla="*/ 0 w 177682"/>
              <a:gd name="connsiteY4" fmla="*/ 0 h 565121"/>
              <a:gd name="connsiteX0" fmla="*/ 0 w 186120"/>
              <a:gd name="connsiteY0" fmla="*/ 0 h 565121"/>
              <a:gd name="connsiteX1" fmla="*/ 66951 w 186120"/>
              <a:gd name="connsiteY1" fmla="*/ 0 h 565121"/>
              <a:gd name="connsiteX2" fmla="*/ 66951 w 186120"/>
              <a:gd name="connsiteY2" fmla="*/ 565121 h 565121"/>
              <a:gd name="connsiteX3" fmla="*/ 0 w 186120"/>
              <a:gd name="connsiteY3" fmla="*/ 565121 h 565121"/>
              <a:gd name="connsiteX4" fmla="*/ 0 w 186120"/>
              <a:gd name="connsiteY4" fmla="*/ 0 h 565121"/>
              <a:gd name="connsiteX0" fmla="*/ 0 w 190787"/>
              <a:gd name="connsiteY0" fmla="*/ 0 h 565121"/>
              <a:gd name="connsiteX1" fmla="*/ 66951 w 190787"/>
              <a:gd name="connsiteY1" fmla="*/ 0 h 565121"/>
              <a:gd name="connsiteX2" fmla="*/ 66951 w 190787"/>
              <a:gd name="connsiteY2" fmla="*/ 565121 h 565121"/>
              <a:gd name="connsiteX3" fmla="*/ 0 w 190787"/>
              <a:gd name="connsiteY3" fmla="*/ 565121 h 565121"/>
              <a:gd name="connsiteX4" fmla="*/ 0 w 190787"/>
              <a:gd name="connsiteY4" fmla="*/ 0 h 565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0787" h="565121">
                <a:moveTo>
                  <a:pt x="0" y="0"/>
                </a:moveTo>
                <a:lnTo>
                  <a:pt x="66951" y="0"/>
                </a:lnTo>
                <a:cubicBezTo>
                  <a:pt x="235226" y="153449"/>
                  <a:pt x="228876" y="408497"/>
                  <a:pt x="66951" y="565121"/>
                </a:cubicBezTo>
                <a:lnTo>
                  <a:pt x="0" y="5651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algn="ctr"/>
            <a:endParaRPr kumimoji="1" lang="en-JP">
              <a:solidFill>
                <a:schemeClr val="bg1"/>
              </a:solidFill>
            </a:endParaRP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906C2626-0E48-5CC2-35FF-05C9BFF4FEE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6002" y="6376220"/>
            <a:ext cx="1950447" cy="111946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CCA95419-3BBE-CD7D-2FAD-200C65C0FD9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8589" y="0"/>
            <a:ext cx="1779439" cy="980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7824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65" userDrawn="1">
          <p15:clr>
            <a:srgbClr val="FBAE40"/>
          </p15:clr>
        </p15:guide>
        <p15:guide id="2" orient="horz" pos="2364" userDrawn="1">
          <p15:clr>
            <a:srgbClr val="FBAE40"/>
          </p15:clr>
        </p15:guide>
        <p15:guide id="3" orient="horz" pos="2160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ttern 2 | Invert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B4771CE-2B9A-19F7-F3F4-8FBCEEBD6E1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60C918E0-CC7F-4CA9-633B-044C5A68143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06003" y="2577647"/>
            <a:ext cx="5289997" cy="989516"/>
          </a:xfrm>
          <a:prstGeom prst="rect">
            <a:avLst/>
          </a:prstGeom>
        </p:spPr>
        <p:txBody>
          <a:bodyPr wrap="square" lIns="0" tIns="0" rIns="0" bIns="0" anchor="t" anchorCtr="0">
            <a:normAutofit/>
          </a:bodyPr>
          <a:lstStyle>
            <a:lvl1pPr>
              <a:lnSpc>
                <a:spcPct val="90000"/>
              </a:lnSpc>
              <a:defRPr sz="4800" b="1" i="0" baseline="0">
                <a:solidFill>
                  <a:schemeClr val="tx1"/>
                </a:solidFill>
                <a:latin typeface="Aptos" panose="020B0004020202020204" pitchFamily="34" charset="0"/>
                <a:ea typeface="メイリオ" pitchFamily="50" charset="-128"/>
                <a:cs typeface="Calibri" pitchFamily="34" charset="0"/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6385FB58-BCE5-60B3-58C1-D0A28D92472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06003" y="4551743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Title of Position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5CAA0F7D-AC8F-4A79-4DBF-9DABF884556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6003" y="4811514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Department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6C044FD1-8C43-FEF8-059E-EFD3B51B4F9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06003" y="5071285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0DB8436C-2376-EF64-12CD-AE83C75C1A5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06003" y="4291972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17E45260-2115-F367-C6D5-4BB05C1D2D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06003" y="5331055"/>
            <a:ext cx="5289997" cy="234001"/>
          </a:xfrm>
          <a:prstGeom prst="rect">
            <a:avLst/>
          </a:prstGeom>
        </p:spPr>
        <p:txBody>
          <a:bodyPr tIns="0" rIns="0" bIns="0" anchor="ctr" anchorCtr="0">
            <a:noAutofit/>
          </a:bodyPr>
          <a:lstStyle>
            <a:lvl1pPr marL="0" marR="0" indent="0" algn="l" defTabSz="9141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C4948"/>
              </a:buClr>
              <a:buSzTx/>
              <a:buFont typeface="Arial" panose="020B0604020202020204" pitchFamily="34" charset="0"/>
              <a:buNone/>
              <a:tabLst/>
              <a:defRPr sz="800" b="0" i="0">
                <a:latin typeface="Aptos" panose="020B0004020202020204" pitchFamily="34" charset="0"/>
              </a:defRPr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marL="0" marR="0" lvl="0" indent="0" algn="l" defTabSz="9141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C494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Private and confidential. For internal use only.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7EC795CD-6F3B-A6B1-083B-7B9E5CACF03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003" y="2217544"/>
            <a:ext cx="5289997" cy="33853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 i="0" spc="15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SUBHEADING</a:t>
            </a:r>
            <a:endParaRPr lang="en-JP" dirty="0"/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ED0C74A3-A79A-B373-93C0-3424FFF34E1D}"/>
              </a:ext>
            </a:extLst>
          </p:cNvPr>
          <p:cNvSpPr/>
          <p:nvPr userDrawn="1"/>
        </p:nvSpPr>
        <p:spPr>
          <a:xfrm>
            <a:off x="305389" y="2579521"/>
            <a:ext cx="190787" cy="565121"/>
          </a:xfrm>
          <a:custGeom>
            <a:avLst/>
            <a:gdLst>
              <a:gd name="connsiteX0" fmla="*/ 0 w 66951"/>
              <a:gd name="connsiteY0" fmla="*/ 0 h 565121"/>
              <a:gd name="connsiteX1" fmla="*/ 66951 w 66951"/>
              <a:gd name="connsiteY1" fmla="*/ 0 h 565121"/>
              <a:gd name="connsiteX2" fmla="*/ 66951 w 66951"/>
              <a:gd name="connsiteY2" fmla="*/ 565121 h 565121"/>
              <a:gd name="connsiteX3" fmla="*/ 0 w 66951"/>
              <a:gd name="connsiteY3" fmla="*/ 565121 h 565121"/>
              <a:gd name="connsiteX4" fmla="*/ 0 w 66951"/>
              <a:gd name="connsiteY4" fmla="*/ 0 h 565121"/>
              <a:gd name="connsiteX0" fmla="*/ 0 w 131862"/>
              <a:gd name="connsiteY0" fmla="*/ 0 h 565121"/>
              <a:gd name="connsiteX1" fmla="*/ 66951 w 131862"/>
              <a:gd name="connsiteY1" fmla="*/ 0 h 565121"/>
              <a:gd name="connsiteX2" fmla="*/ 66951 w 131862"/>
              <a:gd name="connsiteY2" fmla="*/ 565121 h 565121"/>
              <a:gd name="connsiteX3" fmla="*/ 0 w 131862"/>
              <a:gd name="connsiteY3" fmla="*/ 565121 h 565121"/>
              <a:gd name="connsiteX4" fmla="*/ 0 w 131862"/>
              <a:gd name="connsiteY4" fmla="*/ 0 h 565121"/>
              <a:gd name="connsiteX0" fmla="*/ 0 w 177682"/>
              <a:gd name="connsiteY0" fmla="*/ 0 h 565121"/>
              <a:gd name="connsiteX1" fmla="*/ 66951 w 177682"/>
              <a:gd name="connsiteY1" fmla="*/ 0 h 565121"/>
              <a:gd name="connsiteX2" fmla="*/ 66951 w 177682"/>
              <a:gd name="connsiteY2" fmla="*/ 565121 h 565121"/>
              <a:gd name="connsiteX3" fmla="*/ 0 w 177682"/>
              <a:gd name="connsiteY3" fmla="*/ 565121 h 565121"/>
              <a:gd name="connsiteX4" fmla="*/ 0 w 177682"/>
              <a:gd name="connsiteY4" fmla="*/ 0 h 565121"/>
              <a:gd name="connsiteX0" fmla="*/ 0 w 186120"/>
              <a:gd name="connsiteY0" fmla="*/ 0 h 565121"/>
              <a:gd name="connsiteX1" fmla="*/ 66951 w 186120"/>
              <a:gd name="connsiteY1" fmla="*/ 0 h 565121"/>
              <a:gd name="connsiteX2" fmla="*/ 66951 w 186120"/>
              <a:gd name="connsiteY2" fmla="*/ 565121 h 565121"/>
              <a:gd name="connsiteX3" fmla="*/ 0 w 186120"/>
              <a:gd name="connsiteY3" fmla="*/ 565121 h 565121"/>
              <a:gd name="connsiteX4" fmla="*/ 0 w 186120"/>
              <a:gd name="connsiteY4" fmla="*/ 0 h 565121"/>
              <a:gd name="connsiteX0" fmla="*/ 0 w 190787"/>
              <a:gd name="connsiteY0" fmla="*/ 0 h 565121"/>
              <a:gd name="connsiteX1" fmla="*/ 66951 w 190787"/>
              <a:gd name="connsiteY1" fmla="*/ 0 h 565121"/>
              <a:gd name="connsiteX2" fmla="*/ 66951 w 190787"/>
              <a:gd name="connsiteY2" fmla="*/ 565121 h 565121"/>
              <a:gd name="connsiteX3" fmla="*/ 0 w 190787"/>
              <a:gd name="connsiteY3" fmla="*/ 565121 h 565121"/>
              <a:gd name="connsiteX4" fmla="*/ 0 w 190787"/>
              <a:gd name="connsiteY4" fmla="*/ 0 h 565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0787" h="565121">
                <a:moveTo>
                  <a:pt x="0" y="0"/>
                </a:moveTo>
                <a:lnTo>
                  <a:pt x="66951" y="0"/>
                </a:lnTo>
                <a:cubicBezTo>
                  <a:pt x="235226" y="153449"/>
                  <a:pt x="228876" y="408497"/>
                  <a:pt x="66951" y="565121"/>
                </a:cubicBezTo>
                <a:lnTo>
                  <a:pt x="0" y="5651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algn="ctr"/>
            <a:endParaRPr kumimoji="1" lang="en-JP">
              <a:solidFill>
                <a:schemeClr val="bg1"/>
              </a:solidFill>
            </a:endParaRP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4286DBA2-01B2-D315-40F1-30FBC6B8034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6002" y="6376220"/>
            <a:ext cx="1950447" cy="111946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D3F204CD-AA83-F38F-DBD6-082FB950F2F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8589" y="0"/>
            <a:ext cx="1779439" cy="980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3312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65" userDrawn="1">
          <p15:clr>
            <a:srgbClr val="FBAE40"/>
          </p15:clr>
        </p15:guide>
        <p15:guide id="2" orient="horz" pos="2364" userDrawn="1">
          <p15:clr>
            <a:srgbClr val="FBAE40"/>
          </p15:clr>
        </p15:guide>
        <p15:guide id="3" orient="horz" pos="2160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ttern 2 | Sub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11EFD2B-3C08-FAAC-58FD-BE95678B88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7A43EC82-E778-4CEF-4A0E-24FDCBE6DE4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06003" y="2577647"/>
            <a:ext cx="5289997" cy="989516"/>
          </a:xfrm>
          <a:prstGeom prst="rect">
            <a:avLst/>
          </a:prstGeom>
        </p:spPr>
        <p:txBody>
          <a:bodyPr wrap="square" lIns="0" tIns="0" rIns="0" bIns="0" anchor="t" anchorCtr="0">
            <a:normAutofit/>
          </a:bodyPr>
          <a:lstStyle>
            <a:lvl1pPr>
              <a:lnSpc>
                <a:spcPct val="90000"/>
              </a:lnSpc>
              <a:defRPr sz="4800" b="1" i="0" baseline="0">
                <a:solidFill>
                  <a:schemeClr val="tx1"/>
                </a:solidFill>
                <a:latin typeface="Aptos" panose="020B0004020202020204" pitchFamily="34" charset="0"/>
                <a:ea typeface="メイリオ" pitchFamily="50" charset="-128"/>
                <a:cs typeface="Calibri" pitchFamily="34" charset="0"/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53402633-B3FE-E6E3-0B10-948D41B9CA3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06003" y="4551743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Title of Position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1B8F4956-533D-FA25-8CC4-DAB6F560F10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6003" y="4811514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Department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B9F9415E-0FCF-EF66-C1D1-7B71F132247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06003" y="5071285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97FBB87-42E5-E54F-0FA1-87E951130F3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06003" y="4291972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A0E77045-D898-D613-B6ED-609AEAE7560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06003" y="5331055"/>
            <a:ext cx="5289997" cy="234001"/>
          </a:xfrm>
          <a:prstGeom prst="rect">
            <a:avLst/>
          </a:prstGeom>
        </p:spPr>
        <p:txBody>
          <a:bodyPr tIns="0" rIns="0" bIns="0" anchor="ctr" anchorCtr="0">
            <a:noAutofit/>
          </a:bodyPr>
          <a:lstStyle>
            <a:lvl1pPr marL="0" marR="0" indent="0" algn="l" defTabSz="9141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C4948"/>
              </a:buClr>
              <a:buSzTx/>
              <a:buFont typeface="Arial" panose="020B0604020202020204" pitchFamily="34" charset="0"/>
              <a:buNone/>
              <a:tabLst/>
              <a:defRPr sz="800" b="0" i="0">
                <a:latin typeface="Aptos" panose="020B0004020202020204" pitchFamily="34" charset="0"/>
              </a:defRPr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marL="0" marR="0" lvl="0" indent="0" algn="l" defTabSz="9141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C494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Private and confidential. For internal use only.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63A577CD-CFB5-D579-1162-5107523226A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003" y="2217544"/>
            <a:ext cx="5289997" cy="33853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 i="0" spc="15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SUBHEADING</a:t>
            </a:r>
            <a:endParaRPr lang="en-JP" dirty="0"/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96018C1B-F20A-F4AC-5158-0C7BE808CB30}"/>
              </a:ext>
            </a:extLst>
          </p:cNvPr>
          <p:cNvSpPr/>
          <p:nvPr userDrawn="1"/>
        </p:nvSpPr>
        <p:spPr>
          <a:xfrm>
            <a:off x="305389" y="2579521"/>
            <a:ext cx="190787" cy="565121"/>
          </a:xfrm>
          <a:custGeom>
            <a:avLst/>
            <a:gdLst>
              <a:gd name="connsiteX0" fmla="*/ 0 w 66951"/>
              <a:gd name="connsiteY0" fmla="*/ 0 h 565121"/>
              <a:gd name="connsiteX1" fmla="*/ 66951 w 66951"/>
              <a:gd name="connsiteY1" fmla="*/ 0 h 565121"/>
              <a:gd name="connsiteX2" fmla="*/ 66951 w 66951"/>
              <a:gd name="connsiteY2" fmla="*/ 565121 h 565121"/>
              <a:gd name="connsiteX3" fmla="*/ 0 w 66951"/>
              <a:gd name="connsiteY3" fmla="*/ 565121 h 565121"/>
              <a:gd name="connsiteX4" fmla="*/ 0 w 66951"/>
              <a:gd name="connsiteY4" fmla="*/ 0 h 565121"/>
              <a:gd name="connsiteX0" fmla="*/ 0 w 131862"/>
              <a:gd name="connsiteY0" fmla="*/ 0 h 565121"/>
              <a:gd name="connsiteX1" fmla="*/ 66951 w 131862"/>
              <a:gd name="connsiteY1" fmla="*/ 0 h 565121"/>
              <a:gd name="connsiteX2" fmla="*/ 66951 w 131862"/>
              <a:gd name="connsiteY2" fmla="*/ 565121 h 565121"/>
              <a:gd name="connsiteX3" fmla="*/ 0 w 131862"/>
              <a:gd name="connsiteY3" fmla="*/ 565121 h 565121"/>
              <a:gd name="connsiteX4" fmla="*/ 0 w 131862"/>
              <a:gd name="connsiteY4" fmla="*/ 0 h 565121"/>
              <a:gd name="connsiteX0" fmla="*/ 0 w 177682"/>
              <a:gd name="connsiteY0" fmla="*/ 0 h 565121"/>
              <a:gd name="connsiteX1" fmla="*/ 66951 w 177682"/>
              <a:gd name="connsiteY1" fmla="*/ 0 h 565121"/>
              <a:gd name="connsiteX2" fmla="*/ 66951 w 177682"/>
              <a:gd name="connsiteY2" fmla="*/ 565121 h 565121"/>
              <a:gd name="connsiteX3" fmla="*/ 0 w 177682"/>
              <a:gd name="connsiteY3" fmla="*/ 565121 h 565121"/>
              <a:gd name="connsiteX4" fmla="*/ 0 w 177682"/>
              <a:gd name="connsiteY4" fmla="*/ 0 h 565121"/>
              <a:gd name="connsiteX0" fmla="*/ 0 w 186120"/>
              <a:gd name="connsiteY0" fmla="*/ 0 h 565121"/>
              <a:gd name="connsiteX1" fmla="*/ 66951 w 186120"/>
              <a:gd name="connsiteY1" fmla="*/ 0 h 565121"/>
              <a:gd name="connsiteX2" fmla="*/ 66951 w 186120"/>
              <a:gd name="connsiteY2" fmla="*/ 565121 h 565121"/>
              <a:gd name="connsiteX3" fmla="*/ 0 w 186120"/>
              <a:gd name="connsiteY3" fmla="*/ 565121 h 565121"/>
              <a:gd name="connsiteX4" fmla="*/ 0 w 186120"/>
              <a:gd name="connsiteY4" fmla="*/ 0 h 565121"/>
              <a:gd name="connsiteX0" fmla="*/ 0 w 190787"/>
              <a:gd name="connsiteY0" fmla="*/ 0 h 565121"/>
              <a:gd name="connsiteX1" fmla="*/ 66951 w 190787"/>
              <a:gd name="connsiteY1" fmla="*/ 0 h 565121"/>
              <a:gd name="connsiteX2" fmla="*/ 66951 w 190787"/>
              <a:gd name="connsiteY2" fmla="*/ 565121 h 565121"/>
              <a:gd name="connsiteX3" fmla="*/ 0 w 190787"/>
              <a:gd name="connsiteY3" fmla="*/ 565121 h 565121"/>
              <a:gd name="connsiteX4" fmla="*/ 0 w 190787"/>
              <a:gd name="connsiteY4" fmla="*/ 0 h 565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0787" h="565121">
                <a:moveTo>
                  <a:pt x="0" y="0"/>
                </a:moveTo>
                <a:lnTo>
                  <a:pt x="66951" y="0"/>
                </a:lnTo>
                <a:cubicBezTo>
                  <a:pt x="235226" y="153449"/>
                  <a:pt x="228876" y="408497"/>
                  <a:pt x="66951" y="565121"/>
                </a:cubicBezTo>
                <a:lnTo>
                  <a:pt x="0" y="5651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algn="ctr"/>
            <a:endParaRPr kumimoji="1" lang="en-JP">
              <a:solidFill>
                <a:schemeClr val="bg1"/>
              </a:solidFill>
            </a:endParaRP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BB19808-E8D3-EF74-14C6-1ABE26D312C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6002" y="6376220"/>
            <a:ext cx="1950447" cy="111946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B7D508B6-C5BB-DAC4-B098-96222616305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8589" y="0"/>
            <a:ext cx="1779439" cy="980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0043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65" userDrawn="1">
          <p15:clr>
            <a:srgbClr val="FBAE40"/>
          </p15:clr>
        </p15:guide>
        <p15:guide id="2" orient="horz" pos="2364" userDrawn="1">
          <p15:clr>
            <a:srgbClr val="FBAE40"/>
          </p15:clr>
        </p15:guide>
        <p15:guide id="3" orient="horz" pos="2160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ttern 2 | Sub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920EF97-3C84-B7CC-8AAA-FAF2A043E7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5995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65" userDrawn="1">
          <p15:clr>
            <a:srgbClr val="FBAE40"/>
          </p15:clr>
        </p15:guide>
        <p15:guide id="2" orient="horz" pos="2364" userDrawn="1">
          <p15:clr>
            <a:srgbClr val="FBAE40"/>
          </p15:clr>
        </p15:guide>
        <p15:guide id="3" orient="horz" pos="2160" userDrawn="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ttern 3 |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6558A19-9841-757F-975F-D87DC113033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3ECD2A9B-30D9-CC1A-C6B5-6645CB3BA9F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06003" y="2577647"/>
            <a:ext cx="5289997" cy="989516"/>
          </a:xfrm>
          <a:prstGeom prst="rect">
            <a:avLst/>
          </a:prstGeom>
        </p:spPr>
        <p:txBody>
          <a:bodyPr wrap="square" lIns="0" tIns="0" rIns="0" bIns="0" anchor="t" anchorCtr="0">
            <a:normAutofit/>
          </a:bodyPr>
          <a:lstStyle>
            <a:lvl1pPr>
              <a:lnSpc>
                <a:spcPct val="90000"/>
              </a:lnSpc>
              <a:defRPr sz="4800" b="1" i="0" baseline="0">
                <a:solidFill>
                  <a:schemeClr val="tx1"/>
                </a:solidFill>
                <a:latin typeface="Aptos" panose="020B0004020202020204" pitchFamily="34" charset="0"/>
                <a:ea typeface="メイリオ" pitchFamily="50" charset="-128"/>
                <a:cs typeface="Calibri" pitchFamily="34" charset="0"/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8C43682A-9A91-3774-2E34-8F8E1B99685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06003" y="4551743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Title of Position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EB50DBF-ADFD-B177-3ACF-F420EB72081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6003" y="4811514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Department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9C38773-51D6-AC1F-000B-CAFB01C7EE1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06003" y="5071285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6ED46D04-3E98-B71E-144E-01E21323CB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06003" y="4291972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A0F96815-5271-DC8F-D5EC-05D26245923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06003" y="5331055"/>
            <a:ext cx="5289997" cy="234001"/>
          </a:xfrm>
          <a:prstGeom prst="rect">
            <a:avLst/>
          </a:prstGeom>
        </p:spPr>
        <p:txBody>
          <a:bodyPr tIns="0" rIns="0" bIns="0" anchor="ctr" anchorCtr="0">
            <a:noAutofit/>
          </a:bodyPr>
          <a:lstStyle>
            <a:lvl1pPr marL="0" marR="0" indent="0" algn="l" defTabSz="9141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C4948"/>
              </a:buClr>
              <a:buSzTx/>
              <a:buFont typeface="Arial" panose="020B0604020202020204" pitchFamily="34" charset="0"/>
              <a:buNone/>
              <a:tabLst/>
              <a:defRPr sz="800" b="0" i="0">
                <a:latin typeface="Aptos" panose="020B0004020202020204" pitchFamily="34" charset="0"/>
              </a:defRPr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marL="0" marR="0" lvl="0" indent="0" algn="l" defTabSz="9141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C494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Private and confidential. For internal use only.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E70BF5A8-7B00-1E68-4830-2A2EB20D1D6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003" y="2217544"/>
            <a:ext cx="5289997" cy="33853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 i="0" spc="15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SUBHEADING</a:t>
            </a:r>
            <a:endParaRPr lang="en-JP" dirty="0"/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CF3D1355-C1FC-0FC3-CDE3-1D85A9F7AB63}"/>
              </a:ext>
            </a:extLst>
          </p:cNvPr>
          <p:cNvSpPr/>
          <p:nvPr userDrawn="1"/>
        </p:nvSpPr>
        <p:spPr>
          <a:xfrm>
            <a:off x="305389" y="2579521"/>
            <a:ext cx="190787" cy="565121"/>
          </a:xfrm>
          <a:custGeom>
            <a:avLst/>
            <a:gdLst>
              <a:gd name="connsiteX0" fmla="*/ 0 w 66951"/>
              <a:gd name="connsiteY0" fmla="*/ 0 h 565121"/>
              <a:gd name="connsiteX1" fmla="*/ 66951 w 66951"/>
              <a:gd name="connsiteY1" fmla="*/ 0 h 565121"/>
              <a:gd name="connsiteX2" fmla="*/ 66951 w 66951"/>
              <a:gd name="connsiteY2" fmla="*/ 565121 h 565121"/>
              <a:gd name="connsiteX3" fmla="*/ 0 w 66951"/>
              <a:gd name="connsiteY3" fmla="*/ 565121 h 565121"/>
              <a:gd name="connsiteX4" fmla="*/ 0 w 66951"/>
              <a:gd name="connsiteY4" fmla="*/ 0 h 565121"/>
              <a:gd name="connsiteX0" fmla="*/ 0 w 131862"/>
              <a:gd name="connsiteY0" fmla="*/ 0 h 565121"/>
              <a:gd name="connsiteX1" fmla="*/ 66951 w 131862"/>
              <a:gd name="connsiteY1" fmla="*/ 0 h 565121"/>
              <a:gd name="connsiteX2" fmla="*/ 66951 w 131862"/>
              <a:gd name="connsiteY2" fmla="*/ 565121 h 565121"/>
              <a:gd name="connsiteX3" fmla="*/ 0 w 131862"/>
              <a:gd name="connsiteY3" fmla="*/ 565121 h 565121"/>
              <a:gd name="connsiteX4" fmla="*/ 0 w 131862"/>
              <a:gd name="connsiteY4" fmla="*/ 0 h 565121"/>
              <a:gd name="connsiteX0" fmla="*/ 0 w 177682"/>
              <a:gd name="connsiteY0" fmla="*/ 0 h 565121"/>
              <a:gd name="connsiteX1" fmla="*/ 66951 w 177682"/>
              <a:gd name="connsiteY1" fmla="*/ 0 h 565121"/>
              <a:gd name="connsiteX2" fmla="*/ 66951 w 177682"/>
              <a:gd name="connsiteY2" fmla="*/ 565121 h 565121"/>
              <a:gd name="connsiteX3" fmla="*/ 0 w 177682"/>
              <a:gd name="connsiteY3" fmla="*/ 565121 h 565121"/>
              <a:gd name="connsiteX4" fmla="*/ 0 w 177682"/>
              <a:gd name="connsiteY4" fmla="*/ 0 h 565121"/>
              <a:gd name="connsiteX0" fmla="*/ 0 w 186120"/>
              <a:gd name="connsiteY0" fmla="*/ 0 h 565121"/>
              <a:gd name="connsiteX1" fmla="*/ 66951 w 186120"/>
              <a:gd name="connsiteY1" fmla="*/ 0 h 565121"/>
              <a:gd name="connsiteX2" fmla="*/ 66951 w 186120"/>
              <a:gd name="connsiteY2" fmla="*/ 565121 h 565121"/>
              <a:gd name="connsiteX3" fmla="*/ 0 w 186120"/>
              <a:gd name="connsiteY3" fmla="*/ 565121 h 565121"/>
              <a:gd name="connsiteX4" fmla="*/ 0 w 186120"/>
              <a:gd name="connsiteY4" fmla="*/ 0 h 565121"/>
              <a:gd name="connsiteX0" fmla="*/ 0 w 190787"/>
              <a:gd name="connsiteY0" fmla="*/ 0 h 565121"/>
              <a:gd name="connsiteX1" fmla="*/ 66951 w 190787"/>
              <a:gd name="connsiteY1" fmla="*/ 0 h 565121"/>
              <a:gd name="connsiteX2" fmla="*/ 66951 w 190787"/>
              <a:gd name="connsiteY2" fmla="*/ 565121 h 565121"/>
              <a:gd name="connsiteX3" fmla="*/ 0 w 190787"/>
              <a:gd name="connsiteY3" fmla="*/ 565121 h 565121"/>
              <a:gd name="connsiteX4" fmla="*/ 0 w 190787"/>
              <a:gd name="connsiteY4" fmla="*/ 0 h 565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0787" h="565121">
                <a:moveTo>
                  <a:pt x="0" y="0"/>
                </a:moveTo>
                <a:lnTo>
                  <a:pt x="66951" y="0"/>
                </a:lnTo>
                <a:cubicBezTo>
                  <a:pt x="235226" y="153449"/>
                  <a:pt x="228876" y="408497"/>
                  <a:pt x="66951" y="565121"/>
                </a:cubicBezTo>
                <a:lnTo>
                  <a:pt x="0" y="5651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algn="ctr"/>
            <a:endParaRPr kumimoji="1" lang="en-JP">
              <a:solidFill>
                <a:schemeClr val="bg1"/>
              </a:solidFill>
            </a:endParaRP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C57A7591-A45C-4ECD-AA80-914C91844D2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6002" y="6376220"/>
            <a:ext cx="1950447" cy="111946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CBFCB9C6-1ECE-7A62-C7BE-B1C9814150C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8589" y="0"/>
            <a:ext cx="1779439" cy="980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6958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65" userDrawn="1">
          <p15:clr>
            <a:srgbClr val="FBAE40"/>
          </p15:clr>
        </p15:guide>
        <p15:guide id="2" orient="horz" pos="2364" userDrawn="1">
          <p15:clr>
            <a:srgbClr val="FBAE40"/>
          </p15:clr>
        </p15:guide>
        <p15:guide id="3" orient="horz" pos="2160" userDrawn="1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ttern 3 | Invert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C4778D3-F955-DFD5-01A4-5B3F3AB78D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D0069BB6-A706-1642-64A9-FF94C550D7F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06003" y="2577647"/>
            <a:ext cx="5289997" cy="989516"/>
          </a:xfrm>
          <a:prstGeom prst="rect">
            <a:avLst/>
          </a:prstGeom>
        </p:spPr>
        <p:txBody>
          <a:bodyPr wrap="square" lIns="0" tIns="0" rIns="0" bIns="0" anchor="t" anchorCtr="0">
            <a:normAutofit/>
          </a:bodyPr>
          <a:lstStyle>
            <a:lvl1pPr>
              <a:lnSpc>
                <a:spcPct val="90000"/>
              </a:lnSpc>
              <a:defRPr sz="4800" b="1" i="0" baseline="0">
                <a:solidFill>
                  <a:schemeClr val="tx1"/>
                </a:solidFill>
                <a:latin typeface="Aptos" panose="020B0004020202020204" pitchFamily="34" charset="0"/>
                <a:ea typeface="メイリオ" pitchFamily="50" charset="-128"/>
                <a:cs typeface="Calibri" pitchFamily="34" charset="0"/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443ABE5C-F84A-264E-471E-8379C022806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06003" y="4551743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Title of Position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CBA27301-DD48-9C8B-4FB0-8E4D2F08F2B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6003" y="4811514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Department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1554104E-22D4-DD30-34AE-B23062F8EB3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06003" y="5071285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4D7B5B23-E74D-D0D7-4D83-C78424D734E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06003" y="4291972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8368AAF3-944B-C5DA-24C0-6ACBFB4156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06003" y="5331055"/>
            <a:ext cx="5289997" cy="234001"/>
          </a:xfrm>
          <a:prstGeom prst="rect">
            <a:avLst/>
          </a:prstGeom>
        </p:spPr>
        <p:txBody>
          <a:bodyPr tIns="0" rIns="0" bIns="0" anchor="ctr" anchorCtr="0">
            <a:noAutofit/>
          </a:bodyPr>
          <a:lstStyle>
            <a:lvl1pPr marL="0" marR="0" indent="0" algn="l" defTabSz="9141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C4948"/>
              </a:buClr>
              <a:buSzTx/>
              <a:buFont typeface="Arial" panose="020B0604020202020204" pitchFamily="34" charset="0"/>
              <a:buNone/>
              <a:tabLst/>
              <a:defRPr sz="800" b="0" i="0">
                <a:latin typeface="Aptos" panose="020B0004020202020204" pitchFamily="34" charset="0"/>
              </a:defRPr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marL="0" marR="0" lvl="0" indent="0" algn="l" defTabSz="9141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C494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Private and confidential. For internal use only.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09F5AA2F-E8EE-1C29-0822-C33F6CA6CC8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003" y="2217544"/>
            <a:ext cx="5289997" cy="33853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 i="0" spc="15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SUBHEADING</a:t>
            </a:r>
            <a:endParaRPr lang="en-JP" dirty="0"/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B119F673-1741-A39F-1793-91FDA8466B44}"/>
              </a:ext>
            </a:extLst>
          </p:cNvPr>
          <p:cNvSpPr/>
          <p:nvPr userDrawn="1"/>
        </p:nvSpPr>
        <p:spPr>
          <a:xfrm>
            <a:off x="305389" y="2579521"/>
            <a:ext cx="190787" cy="565121"/>
          </a:xfrm>
          <a:custGeom>
            <a:avLst/>
            <a:gdLst>
              <a:gd name="connsiteX0" fmla="*/ 0 w 66951"/>
              <a:gd name="connsiteY0" fmla="*/ 0 h 565121"/>
              <a:gd name="connsiteX1" fmla="*/ 66951 w 66951"/>
              <a:gd name="connsiteY1" fmla="*/ 0 h 565121"/>
              <a:gd name="connsiteX2" fmla="*/ 66951 w 66951"/>
              <a:gd name="connsiteY2" fmla="*/ 565121 h 565121"/>
              <a:gd name="connsiteX3" fmla="*/ 0 w 66951"/>
              <a:gd name="connsiteY3" fmla="*/ 565121 h 565121"/>
              <a:gd name="connsiteX4" fmla="*/ 0 w 66951"/>
              <a:gd name="connsiteY4" fmla="*/ 0 h 565121"/>
              <a:gd name="connsiteX0" fmla="*/ 0 w 131862"/>
              <a:gd name="connsiteY0" fmla="*/ 0 h 565121"/>
              <a:gd name="connsiteX1" fmla="*/ 66951 w 131862"/>
              <a:gd name="connsiteY1" fmla="*/ 0 h 565121"/>
              <a:gd name="connsiteX2" fmla="*/ 66951 w 131862"/>
              <a:gd name="connsiteY2" fmla="*/ 565121 h 565121"/>
              <a:gd name="connsiteX3" fmla="*/ 0 w 131862"/>
              <a:gd name="connsiteY3" fmla="*/ 565121 h 565121"/>
              <a:gd name="connsiteX4" fmla="*/ 0 w 131862"/>
              <a:gd name="connsiteY4" fmla="*/ 0 h 565121"/>
              <a:gd name="connsiteX0" fmla="*/ 0 w 177682"/>
              <a:gd name="connsiteY0" fmla="*/ 0 h 565121"/>
              <a:gd name="connsiteX1" fmla="*/ 66951 w 177682"/>
              <a:gd name="connsiteY1" fmla="*/ 0 h 565121"/>
              <a:gd name="connsiteX2" fmla="*/ 66951 w 177682"/>
              <a:gd name="connsiteY2" fmla="*/ 565121 h 565121"/>
              <a:gd name="connsiteX3" fmla="*/ 0 w 177682"/>
              <a:gd name="connsiteY3" fmla="*/ 565121 h 565121"/>
              <a:gd name="connsiteX4" fmla="*/ 0 w 177682"/>
              <a:gd name="connsiteY4" fmla="*/ 0 h 565121"/>
              <a:gd name="connsiteX0" fmla="*/ 0 w 186120"/>
              <a:gd name="connsiteY0" fmla="*/ 0 h 565121"/>
              <a:gd name="connsiteX1" fmla="*/ 66951 w 186120"/>
              <a:gd name="connsiteY1" fmla="*/ 0 h 565121"/>
              <a:gd name="connsiteX2" fmla="*/ 66951 w 186120"/>
              <a:gd name="connsiteY2" fmla="*/ 565121 h 565121"/>
              <a:gd name="connsiteX3" fmla="*/ 0 w 186120"/>
              <a:gd name="connsiteY3" fmla="*/ 565121 h 565121"/>
              <a:gd name="connsiteX4" fmla="*/ 0 w 186120"/>
              <a:gd name="connsiteY4" fmla="*/ 0 h 565121"/>
              <a:gd name="connsiteX0" fmla="*/ 0 w 190787"/>
              <a:gd name="connsiteY0" fmla="*/ 0 h 565121"/>
              <a:gd name="connsiteX1" fmla="*/ 66951 w 190787"/>
              <a:gd name="connsiteY1" fmla="*/ 0 h 565121"/>
              <a:gd name="connsiteX2" fmla="*/ 66951 w 190787"/>
              <a:gd name="connsiteY2" fmla="*/ 565121 h 565121"/>
              <a:gd name="connsiteX3" fmla="*/ 0 w 190787"/>
              <a:gd name="connsiteY3" fmla="*/ 565121 h 565121"/>
              <a:gd name="connsiteX4" fmla="*/ 0 w 190787"/>
              <a:gd name="connsiteY4" fmla="*/ 0 h 565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0787" h="565121">
                <a:moveTo>
                  <a:pt x="0" y="0"/>
                </a:moveTo>
                <a:lnTo>
                  <a:pt x="66951" y="0"/>
                </a:lnTo>
                <a:cubicBezTo>
                  <a:pt x="235226" y="153449"/>
                  <a:pt x="228876" y="408497"/>
                  <a:pt x="66951" y="565121"/>
                </a:cubicBezTo>
                <a:lnTo>
                  <a:pt x="0" y="5651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algn="ctr"/>
            <a:endParaRPr kumimoji="1" lang="en-JP">
              <a:solidFill>
                <a:schemeClr val="bg1"/>
              </a:solidFill>
            </a:endParaRP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F0F43EEC-B7DF-FCE8-E21A-B32646882A8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6002" y="6376220"/>
            <a:ext cx="1950447" cy="111946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33A61A7B-A346-F627-D967-438DF59730E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8589" y="0"/>
            <a:ext cx="1779439" cy="980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8188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65" userDrawn="1">
          <p15:clr>
            <a:srgbClr val="FBAE40"/>
          </p15:clr>
        </p15:guide>
        <p15:guide id="2" orient="horz" pos="2364" userDrawn="1">
          <p15:clr>
            <a:srgbClr val="FBAE40"/>
          </p15:clr>
        </p15:guide>
        <p15:guide id="3" orient="horz" pos="2160" userDrawn="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ttern 3 | Sub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5F01665-81BF-4576-227A-7D62902343C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00C91F45-646E-B47A-CD80-2A883E0DED7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06003" y="2577647"/>
            <a:ext cx="5289997" cy="989516"/>
          </a:xfrm>
          <a:prstGeom prst="rect">
            <a:avLst/>
          </a:prstGeom>
        </p:spPr>
        <p:txBody>
          <a:bodyPr wrap="square" lIns="0" tIns="0" rIns="0" bIns="0" anchor="t" anchorCtr="0">
            <a:normAutofit/>
          </a:bodyPr>
          <a:lstStyle>
            <a:lvl1pPr>
              <a:lnSpc>
                <a:spcPct val="90000"/>
              </a:lnSpc>
              <a:defRPr sz="4800" b="1" i="0" baseline="0">
                <a:solidFill>
                  <a:schemeClr val="tx1"/>
                </a:solidFill>
                <a:latin typeface="Aptos" panose="020B0004020202020204" pitchFamily="34" charset="0"/>
                <a:ea typeface="メイリオ" pitchFamily="50" charset="-128"/>
                <a:cs typeface="Calibri" pitchFamily="34" charset="0"/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8FF7F3E9-1170-6D26-AF97-22A0AB1EDC8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06003" y="4551743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Title of Position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0901BED5-5A8F-81B0-7CAA-44B5E6B6C6C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6003" y="4811514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Department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18D5D186-886A-5B7A-C95F-265A7EDF51B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06003" y="5071285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D58423C-4366-1C05-8F21-FD7444F4791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06003" y="4291972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0459D622-2F9B-108C-DF7C-6527CC9413D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06003" y="5331055"/>
            <a:ext cx="5289997" cy="234001"/>
          </a:xfrm>
          <a:prstGeom prst="rect">
            <a:avLst/>
          </a:prstGeom>
        </p:spPr>
        <p:txBody>
          <a:bodyPr tIns="0" rIns="0" bIns="0" anchor="ctr" anchorCtr="0">
            <a:noAutofit/>
          </a:bodyPr>
          <a:lstStyle>
            <a:lvl1pPr marL="0" marR="0" indent="0" algn="l" defTabSz="9141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C4948"/>
              </a:buClr>
              <a:buSzTx/>
              <a:buFont typeface="Arial" panose="020B0604020202020204" pitchFamily="34" charset="0"/>
              <a:buNone/>
              <a:tabLst/>
              <a:defRPr sz="800" b="0" i="0">
                <a:latin typeface="Aptos" panose="020B0004020202020204" pitchFamily="34" charset="0"/>
              </a:defRPr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marL="0" marR="0" lvl="0" indent="0" algn="l" defTabSz="9141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C494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Private and confidential. For internal use only.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9E6555AC-728C-0302-3947-48B17DD6498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003" y="2217544"/>
            <a:ext cx="5289997" cy="33853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 i="0" spc="15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SUBHEADING</a:t>
            </a:r>
            <a:endParaRPr lang="en-JP" dirty="0"/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1D285D73-F2D9-E6CB-FEC5-6402F86FE2FC}"/>
              </a:ext>
            </a:extLst>
          </p:cNvPr>
          <p:cNvSpPr/>
          <p:nvPr userDrawn="1"/>
        </p:nvSpPr>
        <p:spPr>
          <a:xfrm>
            <a:off x="305389" y="2579521"/>
            <a:ext cx="190787" cy="565121"/>
          </a:xfrm>
          <a:custGeom>
            <a:avLst/>
            <a:gdLst>
              <a:gd name="connsiteX0" fmla="*/ 0 w 66951"/>
              <a:gd name="connsiteY0" fmla="*/ 0 h 565121"/>
              <a:gd name="connsiteX1" fmla="*/ 66951 w 66951"/>
              <a:gd name="connsiteY1" fmla="*/ 0 h 565121"/>
              <a:gd name="connsiteX2" fmla="*/ 66951 w 66951"/>
              <a:gd name="connsiteY2" fmla="*/ 565121 h 565121"/>
              <a:gd name="connsiteX3" fmla="*/ 0 w 66951"/>
              <a:gd name="connsiteY3" fmla="*/ 565121 h 565121"/>
              <a:gd name="connsiteX4" fmla="*/ 0 w 66951"/>
              <a:gd name="connsiteY4" fmla="*/ 0 h 565121"/>
              <a:gd name="connsiteX0" fmla="*/ 0 w 131862"/>
              <a:gd name="connsiteY0" fmla="*/ 0 h 565121"/>
              <a:gd name="connsiteX1" fmla="*/ 66951 w 131862"/>
              <a:gd name="connsiteY1" fmla="*/ 0 h 565121"/>
              <a:gd name="connsiteX2" fmla="*/ 66951 w 131862"/>
              <a:gd name="connsiteY2" fmla="*/ 565121 h 565121"/>
              <a:gd name="connsiteX3" fmla="*/ 0 w 131862"/>
              <a:gd name="connsiteY3" fmla="*/ 565121 h 565121"/>
              <a:gd name="connsiteX4" fmla="*/ 0 w 131862"/>
              <a:gd name="connsiteY4" fmla="*/ 0 h 565121"/>
              <a:gd name="connsiteX0" fmla="*/ 0 w 177682"/>
              <a:gd name="connsiteY0" fmla="*/ 0 h 565121"/>
              <a:gd name="connsiteX1" fmla="*/ 66951 w 177682"/>
              <a:gd name="connsiteY1" fmla="*/ 0 h 565121"/>
              <a:gd name="connsiteX2" fmla="*/ 66951 w 177682"/>
              <a:gd name="connsiteY2" fmla="*/ 565121 h 565121"/>
              <a:gd name="connsiteX3" fmla="*/ 0 w 177682"/>
              <a:gd name="connsiteY3" fmla="*/ 565121 h 565121"/>
              <a:gd name="connsiteX4" fmla="*/ 0 w 177682"/>
              <a:gd name="connsiteY4" fmla="*/ 0 h 565121"/>
              <a:gd name="connsiteX0" fmla="*/ 0 w 186120"/>
              <a:gd name="connsiteY0" fmla="*/ 0 h 565121"/>
              <a:gd name="connsiteX1" fmla="*/ 66951 w 186120"/>
              <a:gd name="connsiteY1" fmla="*/ 0 h 565121"/>
              <a:gd name="connsiteX2" fmla="*/ 66951 w 186120"/>
              <a:gd name="connsiteY2" fmla="*/ 565121 h 565121"/>
              <a:gd name="connsiteX3" fmla="*/ 0 w 186120"/>
              <a:gd name="connsiteY3" fmla="*/ 565121 h 565121"/>
              <a:gd name="connsiteX4" fmla="*/ 0 w 186120"/>
              <a:gd name="connsiteY4" fmla="*/ 0 h 565121"/>
              <a:gd name="connsiteX0" fmla="*/ 0 w 190787"/>
              <a:gd name="connsiteY0" fmla="*/ 0 h 565121"/>
              <a:gd name="connsiteX1" fmla="*/ 66951 w 190787"/>
              <a:gd name="connsiteY1" fmla="*/ 0 h 565121"/>
              <a:gd name="connsiteX2" fmla="*/ 66951 w 190787"/>
              <a:gd name="connsiteY2" fmla="*/ 565121 h 565121"/>
              <a:gd name="connsiteX3" fmla="*/ 0 w 190787"/>
              <a:gd name="connsiteY3" fmla="*/ 565121 h 565121"/>
              <a:gd name="connsiteX4" fmla="*/ 0 w 190787"/>
              <a:gd name="connsiteY4" fmla="*/ 0 h 565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0787" h="565121">
                <a:moveTo>
                  <a:pt x="0" y="0"/>
                </a:moveTo>
                <a:lnTo>
                  <a:pt x="66951" y="0"/>
                </a:lnTo>
                <a:cubicBezTo>
                  <a:pt x="235226" y="153449"/>
                  <a:pt x="228876" y="408497"/>
                  <a:pt x="66951" y="565121"/>
                </a:cubicBezTo>
                <a:lnTo>
                  <a:pt x="0" y="5651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algn="ctr"/>
            <a:endParaRPr kumimoji="1" lang="en-JP">
              <a:solidFill>
                <a:schemeClr val="bg1"/>
              </a:solidFill>
            </a:endParaRP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05F5A595-F126-3182-92FE-A08E7B6CB7D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6002" y="6376220"/>
            <a:ext cx="1950447" cy="111946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B728CB73-92E5-E637-9C46-B68C5E59C95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8589" y="0"/>
            <a:ext cx="1779439" cy="980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23697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65" userDrawn="1">
          <p15:clr>
            <a:srgbClr val="FBAE40"/>
          </p15:clr>
        </p15:guide>
        <p15:guide id="2" orient="horz" pos="2364" userDrawn="1">
          <p15:clr>
            <a:srgbClr val="FBAE40"/>
          </p15:clr>
        </p15:guide>
        <p15:guide id="3" orient="horz" pos="2160" userDrawn="1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ttern 3 | Sub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52B5D5E-C541-833B-EB88-195317DC409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7545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65" userDrawn="1">
          <p15:clr>
            <a:srgbClr val="FBAE40"/>
          </p15:clr>
        </p15:guide>
        <p15:guide id="2" orient="horz" pos="2364" userDrawn="1">
          <p15:clr>
            <a:srgbClr val="FBAE40"/>
          </p15:clr>
        </p15:guide>
        <p15:guide id="3" orient="horz" pos="2160" userDrawn="1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ttern 4 |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7A1FD53-FB39-66B2-0291-77744A4F2E8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8F41B734-103C-2A68-62F8-D16AA86C084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06003" y="2577647"/>
            <a:ext cx="5289997" cy="989516"/>
          </a:xfrm>
          <a:prstGeom prst="rect">
            <a:avLst/>
          </a:prstGeom>
        </p:spPr>
        <p:txBody>
          <a:bodyPr wrap="square" lIns="0" tIns="0" rIns="0" bIns="0" anchor="t" anchorCtr="0">
            <a:normAutofit/>
          </a:bodyPr>
          <a:lstStyle>
            <a:lvl1pPr>
              <a:lnSpc>
                <a:spcPct val="90000"/>
              </a:lnSpc>
              <a:defRPr sz="4800" b="1" i="0" baseline="0">
                <a:solidFill>
                  <a:schemeClr val="tx1"/>
                </a:solidFill>
                <a:latin typeface="Aptos" panose="020B0004020202020204" pitchFamily="34" charset="0"/>
                <a:ea typeface="メイリオ" pitchFamily="50" charset="-128"/>
                <a:cs typeface="Calibri" pitchFamily="34" charset="0"/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DC426A5C-A5B8-3868-6031-83F1E5F181B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06003" y="4551743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Title of Position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051959AA-F306-4E6B-AE7F-ACED6DD4307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6003" y="4811514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Department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396D76CD-E8F6-BC45-A976-6E238F83599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06003" y="5071285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AF246220-8A6A-1829-2142-0A53F91399E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06003" y="4291972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9971240D-8128-32C5-8612-2F17CBA722B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06003" y="5331055"/>
            <a:ext cx="5289997" cy="234001"/>
          </a:xfrm>
          <a:prstGeom prst="rect">
            <a:avLst/>
          </a:prstGeom>
        </p:spPr>
        <p:txBody>
          <a:bodyPr tIns="0" rIns="0" bIns="0" anchor="ctr" anchorCtr="0">
            <a:noAutofit/>
          </a:bodyPr>
          <a:lstStyle>
            <a:lvl1pPr marL="0" marR="0" indent="0" algn="l" defTabSz="9141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C4948"/>
              </a:buClr>
              <a:buSzTx/>
              <a:buFont typeface="Arial" panose="020B0604020202020204" pitchFamily="34" charset="0"/>
              <a:buNone/>
              <a:tabLst/>
              <a:defRPr sz="800" b="0" i="0">
                <a:latin typeface="Aptos" panose="020B0004020202020204" pitchFamily="34" charset="0"/>
              </a:defRPr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marL="0" marR="0" lvl="0" indent="0" algn="l" defTabSz="9141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C494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Private and confidential. For internal use only.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75418F5E-02CE-2BF6-B26E-E0D9D012C04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003" y="2217544"/>
            <a:ext cx="5289997" cy="33853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 i="0" spc="15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SUBHEADING</a:t>
            </a:r>
            <a:endParaRPr lang="en-JP" dirty="0"/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B9F19493-66E3-6329-429E-317DB828DF3E}"/>
              </a:ext>
            </a:extLst>
          </p:cNvPr>
          <p:cNvSpPr/>
          <p:nvPr userDrawn="1"/>
        </p:nvSpPr>
        <p:spPr>
          <a:xfrm>
            <a:off x="305389" y="2579521"/>
            <a:ext cx="190787" cy="565121"/>
          </a:xfrm>
          <a:custGeom>
            <a:avLst/>
            <a:gdLst>
              <a:gd name="connsiteX0" fmla="*/ 0 w 66951"/>
              <a:gd name="connsiteY0" fmla="*/ 0 h 565121"/>
              <a:gd name="connsiteX1" fmla="*/ 66951 w 66951"/>
              <a:gd name="connsiteY1" fmla="*/ 0 h 565121"/>
              <a:gd name="connsiteX2" fmla="*/ 66951 w 66951"/>
              <a:gd name="connsiteY2" fmla="*/ 565121 h 565121"/>
              <a:gd name="connsiteX3" fmla="*/ 0 w 66951"/>
              <a:gd name="connsiteY3" fmla="*/ 565121 h 565121"/>
              <a:gd name="connsiteX4" fmla="*/ 0 w 66951"/>
              <a:gd name="connsiteY4" fmla="*/ 0 h 565121"/>
              <a:gd name="connsiteX0" fmla="*/ 0 w 131862"/>
              <a:gd name="connsiteY0" fmla="*/ 0 h 565121"/>
              <a:gd name="connsiteX1" fmla="*/ 66951 w 131862"/>
              <a:gd name="connsiteY1" fmla="*/ 0 h 565121"/>
              <a:gd name="connsiteX2" fmla="*/ 66951 w 131862"/>
              <a:gd name="connsiteY2" fmla="*/ 565121 h 565121"/>
              <a:gd name="connsiteX3" fmla="*/ 0 w 131862"/>
              <a:gd name="connsiteY3" fmla="*/ 565121 h 565121"/>
              <a:gd name="connsiteX4" fmla="*/ 0 w 131862"/>
              <a:gd name="connsiteY4" fmla="*/ 0 h 565121"/>
              <a:gd name="connsiteX0" fmla="*/ 0 w 177682"/>
              <a:gd name="connsiteY0" fmla="*/ 0 h 565121"/>
              <a:gd name="connsiteX1" fmla="*/ 66951 w 177682"/>
              <a:gd name="connsiteY1" fmla="*/ 0 h 565121"/>
              <a:gd name="connsiteX2" fmla="*/ 66951 w 177682"/>
              <a:gd name="connsiteY2" fmla="*/ 565121 h 565121"/>
              <a:gd name="connsiteX3" fmla="*/ 0 w 177682"/>
              <a:gd name="connsiteY3" fmla="*/ 565121 h 565121"/>
              <a:gd name="connsiteX4" fmla="*/ 0 w 177682"/>
              <a:gd name="connsiteY4" fmla="*/ 0 h 565121"/>
              <a:gd name="connsiteX0" fmla="*/ 0 w 186120"/>
              <a:gd name="connsiteY0" fmla="*/ 0 h 565121"/>
              <a:gd name="connsiteX1" fmla="*/ 66951 w 186120"/>
              <a:gd name="connsiteY1" fmla="*/ 0 h 565121"/>
              <a:gd name="connsiteX2" fmla="*/ 66951 w 186120"/>
              <a:gd name="connsiteY2" fmla="*/ 565121 h 565121"/>
              <a:gd name="connsiteX3" fmla="*/ 0 w 186120"/>
              <a:gd name="connsiteY3" fmla="*/ 565121 h 565121"/>
              <a:gd name="connsiteX4" fmla="*/ 0 w 186120"/>
              <a:gd name="connsiteY4" fmla="*/ 0 h 565121"/>
              <a:gd name="connsiteX0" fmla="*/ 0 w 190787"/>
              <a:gd name="connsiteY0" fmla="*/ 0 h 565121"/>
              <a:gd name="connsiteX1" fmla="*/ 66951 w 190787"/>
              <a:gd name="connsiteY1" fmla="*/ 0 h 565121"/>
              <a:gd name="connsiteX2" fmla="*/ 66951 w 190787"/>
              <a:gd name="connsiteY2" fmla="*/ 565121 h 565121"/>
              <a:gd name="connsiteX3" fmla="*/ 0 w 190787"/>
              <a:gd name="connsiteY3" fmla="*/ 565121 h 565121"/>
              <a:gd name="connsiteX4" fmla="*/ 0 w 190787"/>
              <a:gd name="connsiteY4" fmla="*/ 0 h 565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0787" h="565121">
                <a:moveTo>
                  <a:pt x="0" y="0"/>
                </a:moveTo>
                <a:lnTo>
                  <a:pt x="66951" y="0"/>
                </a:lnTo>
                <a:cubicBezTo>
                  <a:pt x="235226" y="153449"/>
                  <a:pt x="228876" y="408497"/>
                  <a:pt x="66951" y="565121"/>
                </a:cubicBezTo>
                <a:lnTo>
                  <a:pt x="0" y="5651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algn="ctr"/>
            <a:endParaRPr kumimoji="1" lang="en-JP">
              <a:solidFill>
                <a:schemeClr val="bg1"/>
              </a:solidFill>
            </a:endParaRP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A320F15B-39B5-BF10-D360-EAD32B702DE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6002" y="6376220"/>
            <a:ext cx="1950447" cy="111946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BC4914E5-D0C1-FEB0-EED3-63ADA7522EA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8589" y="0"/>
            <a:ext cx="1779439" cy="980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9080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65" userDrawn="1">
          <p15:clr>
            <a:srgbClr val="FBAE40"/>
          </p15:clr>
        </p15:guide>
        <p15:guide id="2" orient="horz" pos="2364" userDrawn="1">
          <p15:clr>
            <a:srgbClr val="FBAE40"/>
          </p15:clr>
        </p15:guide>
        <p15:guide id="3" orient="horz" pos="2160" userDrawn="1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ttern 4 | Invert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B8EF0CE-61AF-55CC-A332-CAFF5A85E1A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ADDF92FB-A78B-39D3-80CF-A7EBB9DA5EE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06003" y="2577647"/>
            <a:ext cx="5289997" cy="989516"/>
          </a:xfrm>
          <a:prstGeom prst="rect">
            <a:avLst/>
          </a:prstGeom>
        </p:spPr>
        <p:txBody>
          <a:bodyPr wrap="square" lIns="0" tIns="0" rIns="0" bIns="0" anchor="t" anchorCtr="0">
            <a:normAutofit/>
          </a:bodyPr>
          <a:lstStyle>
            <a:lvl1pPr>
              <a:lnSpc>
                <a:spcPct val="90000"/>
              </a:lnSpc>
              <a:defRPr sz="4800" b="1" i="0" baseline="0">
                <a:solidFill>
                  <a:schemeClr val="tx1"/>
                </a:solidFill>
                <a:latin typeface="Aptos" panose="020B0004020202020204" pitchFamily="34" charset="0"/>
                <a:ea typeface="メイリオ" pitchFamily="50" charset="-128"/>
                <a:cs typeface="Calibri" pitchFamily="34" charset="0"/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9BD9421C-4A82-D566-A2F6-FE9018909DF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06003" y="4551743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Title of Position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A92460CF-E826-3C55-D559-F68422666A3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6003" y="4811514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Department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BA2174C3-0463-48CA-ACC2-61A694047F4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06003" y="5071285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B526325A-2EF8-7C3C-66F7-2C412AD4529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06003" y="4291972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26B6D06A-4668-4F45-E1D3-3F2C6853F89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06003" y="5331055"/>
            <a:ext cx="5289997" cy="234001"/>
          </a:xfrm>
          <a:prstGeom prst="rect">
            <a:avLst/>
          </a:prstGeom>
        </p:spPr>
        <p:txBody>
          <a:bodyPr tIns="0" rIns="0" bIns="0" anchor="ctr" anchorCtr="0">
            <a:noAutofit/>
          </a:bodyPr>
          <a:lstStyle>
            <a:lvl1pPr marL="0" marR="0" indent="0" algn="l" defTabSz="9141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C4948"/>
              </a:buClr>
              <a:buSzTx/>
              <a:buFont typeface="Arial" panose="020B0604020202020204" pitchFamily="34" charset="0"/>
              <a:buNone/>
              <a:tabLst/>
              <a:defRPr sz="800" b="0" i="0">
                <a:latin typeface="Aptos" panose="020B0004020202020204" pitchFamily="34" charset="0"/>
              </a:defRPr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marL="0" marR="0" lvl="0" indent="0" algn="l" defTabSz="9141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C494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Private and confidential. For internal use only.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73974C26-534C-C805-66E9-E7EF17A1B93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003" y="2217544"/>
            <a:ext cx="5289997" cy="33853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 i="0" spc="15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SUBHEADING</a:t>
            </a:r>
            <a:endParaRPr lang="en-JP" dirty="0"/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B5889886-1580-7A3F-45C3-DA4D6105AA66}"/>
              </a:ext>
            </a:extLst>
          </p:cNvPr>
          <p:cNvSpPr/>
          <p:nvPr userDrawn="1"/>
        </p:nvSpPr>
        <p:spPr>
          <a:xfrm>
            <a:off x="305389" y="2579521"/>
            <a:ext cx="190787" cy="565121"/>
          </a:xfrm>
          <a:custGeom>
            <a:avLst/>
            <a:gdLst>
              <a:gd name="connsiteX0" fmla="*/ 0 w 66951"/>
              <a:gd name="connsiteY0" fmla="*/ 0 h 565121"/>
              <a:gd name="connsiteX1" fmla="*/ 66951 w 66951"/>
              <a:gd name="connsiteY1" fmla="*/ 0 h 565121"/>
              <a:gd name="connsiteX2" fmla="*/ 66951 w 66951"/>
              <a:gd name="connsiteY2" fmla="*/ 565121 h 565121"/>
              <a:gd name="connsiteX3" fmla="*/ 0 w 66951"/>
              <a:gd name="connsiteY3" fmla="*/ 565121 h 565121"/>
              <a:gd name="connsiteX4" fmla="*/ 0 w 66951"/>
              <a:gd name="connsiteY4" fmla="*/ 0 h 565121"/>
              <a:gd name="connsiteX0" fmla="*/ 0 w 131862"/>
              <a:gd name="connsiteY0" fmla="*/ 0 h 565121"/>
              <a:gd name="connsiteX1" fmla="*/ 66951 w 131862"/>
              <a:gd name="connsiteY1" fmla="*/ 0 h 565121"/>
              <a:gd name="connsiteX2" fmla="*/ 66951 w 131862"/>
              <a:gd name="connsiteY2" fmla="*/ 565121 h 565121"/>
              <a:gd name="connsiteX3" fmla="*/ 0 w 131862"/>
              <a:gd name="connsiteY3" fmla="*/ 565121 h 565121"/>
              <a:gd name="connsiteX4" fmla="*/ 0 w 131862"/>
              <a:gd name="connsiteY4" fmla="*/ 0 h 565121"/>
              <a:gd name="connsiteX0" fmla="*/ 0 w 177682"/>
              <a:gd name="connsiteY0" fmla="*/ 0 h 565121"/>
              <a:gd name="connsiteX1" fmla="*/ 66951 w 177682"/>
              <a:gd name="connsiteY1" fmla="*/ 0 h 565121"/>
              <a:gd name="connsiteX2" fmla="*/ 66951 w 177682"/>
              <a:gd name="connsiteY2" fmla="*/ 565121 h 565121"/>
              <a:gd name="connsiteX3" fmla="*/ 0 w 177682"/>
              <a:gd name="connsiteY3" fmla="*/ 565121 h 565121"/>
              <a:gd name="connsiteX4" fmla="*/ 0 w 177682"/>
              <a:gd name="connsiteY4" fmla="*/ 0 h 565121"/>
              <a:gd name="connsiteX0" fmla="*/ 0 w 186120"/>
              <a:gd name="connsiteY0" fmla="*/ 0 h 565121"/>
              <a:gd name="connsiteX1" fmla="*/ 66951 w 186120"/>
              <a:gd name="connsiteY1" fmla="*/ 0 h 565121"/>
              <a:gd name="connsiteX2" fmla="*/ 66951 w 186120"/>
              <a:gd name="connsiteY2" fmla="*/ 565121 h 565121"/>
              <a:gd name="connsiteX3" fmla="*/ 0 w 186120"/>
              <a:gd name="connsiteY3" fmla="*/ 565121 h 565121"/>
              <a:gd name="connsiteX4" fmla="*/ 0 w 186120"/>
              <a:gd name="connsiteY4" fmla="*/ 0 h 565121"/>
              <a:gd name="connsiteX0" fmla="*/ 0 w 190787"/>
              <a:gd name="connsiteY0" fmla="*/ 0 h 565121"/>
              <a:gd name="connsiteX1" fmla="*/ 66951 w 190787"/>
              <a:gd name="connsiteY1" fmla="*/ 0 h 565121"/>
              <a:gd name="connsiteX2" fmla="*/ 66951 w 190787"/>
              <a:gd name="connsiteY2" fmla="*/ 565121 h 565121"/>
              <a:gd name="connsiteX3" fmla="*/ 0 w 190787"/>
              <a:gd name="connsiteY3" fmla="*/ 565121 h 565121"/>
              <a:gd name="connsiteX4" fmla="*/ 0 w 190787"/>
              <a:gd name="connsiteY4" fmla="*/ 0 h 565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0787" h="565121">
                <a:moveTo>
                  <a:pt x="0" y="0"/>
                </a:moveTo>
                <a:lnTo>
                  <a:pt x="66951" y="0"/>
                </a:lnTo>
                <a:cubicBezTo>
                  <a:pt x="235226" y="153449"/>
                  <a:pt x="228876" y="408497"/>
                  <a:pt x="66951" y="565121"/>
                </a:cubicBezTo>
                <a:lnTo>
                  <a:pt x="0" y="5651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algn="ctr"/>
            <a:endParaRPr kumimoji="1" lang="en-JP">
              <a:solidFill>
                <a:schemeClr val="bg1"/>
              </a:solidFill>
            </a:endParaRP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5FC537DD-4B5F-3BFD-82EC-BEB47908B3B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6002" y="6376220"/>
            <a:ext cx="1950447" cy="111946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6F0C2727-AC0F-C4C4-EE7F-273F9E03D8E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8589" y="0"/>
            <a:ext cx="1779439" cy="980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81189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65" userDrawn="1">
          <p15:clr>
            <a:srgbClr val="FBAE40"/>
          </p15:clr>
        </p15:guide>
        <p15:guide id="2" orient="horz" pos="2364" userDrawn="1">
          <p15:clr>
            <a:srgbClr val="FBAE40"/>
          </p15:clr>
        </p15:guide>
        <p15:guide id="3" orient="horz" pos="2160" userDrawn="1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ttern 4 | Sub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C3D9B27-76AF-DA54-EEA1-0474CE343E4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2B9C9812-51B7-0590-C252-66F59C92B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06003" y="2577647"/>
            <a:ext cx="5289997" cy="989516"/>
          </a:xfrm>
          <a:prstGeom prst="rect">
            <a:avLst/>
          </a:prstGeom>
        </p:spPr>
        <p:txBody>
          <a:bodyPr wrap="square" lIns="0" tIns="0" rIns="0" bIns="0" anchor="t" anchorCtr="0">
            <a:normAutofit/>
          </a:bodyPr>
          <a:lstStyle>
            <a:lvl1pPr>
              <a:lnSpc>
                <a:spcPct val="90000"/>
              </a:lnSpc>
              <a:defRPr sz="4800" b="1" i="0" baseline="0">
                <a:solidFill>
                  <a:schemeClr val="tx1"/>
                </a:solidFill>
                <a:latin typeface="Aptos" panose="020B0004020202020204" pitchFamily="34" charset="0"/>
                <a:ea typeface="メイリオ" pitchFamily="50" charset="-128"/>
                <a:cs typeface="Calibri" pitchFamily="34" charset="0"/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486B9BE5-3DDC-6DFC-88F8-92C5AEDEFBD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06003" y="4551743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Title of Position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AF673B83-AD4C-177E-22AC-2D68A16861C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6003" y="4811514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Department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104DE53C-F27C-52B4-9128-8FD43E558BD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06003" y="5071285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8EF62BB1-0DFF-1533-AB4B-D9B02424E8F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06003" y="4291972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B6899743-9F7F-4B0E-2FF7-084F88FDD72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06003" y="5331055"/>
            <a:ext cx="5289997" cy="234001"/>
          </a:xfrm>
          <a:prstGeom prst="rect">
            <a:avLst/>
          </a:prstGeom>
        </p:spPr>
        <p:txBody>
          <a:bodyPr tIns="0" rIns="0" bIns="0" anchor="ctr" anchorCtr="0">
            <a:noAutofit/>
          </a:bodyPr>
          <a:lstStyle>
            <a:lvl1pPr marL="0" marR="0" indent="0" algn="l" defTabSz="9141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C4948"/>
              </a:buClr>
              <a:buSzTx/>
              <a:buFont typeface="Arial" panose="020B0604020202020204" pitchFamily="34" charset="0"/>
              <a:buNone/>
              <a:tabLst/>
              <a:defRPr sz="800" b="0" i="0">
                <a:latin typeface="Aptos" panose="020B0004020202020204" pitchFamily="34" charset="0"/>
              </a:defRPr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marL="0" marR="0" lvl="0" indent="0" algn="l" defTabSz="9141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C494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Private and confidential. For internal use only.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F595289C-F257-FD73-0399-C56F7E2283B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003" y="2217544"/>
            <a:ext cx="5289997" cy="33853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 i="0" spc="15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SUBHEADING</a:t>
            </a:r>
            <a:endParaRPr lang="en-JP" dirty="0"/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27B4AF8B-F717-0FFB-3DDA-622FA8886CB4}"/>
              </a:ext>
            </a:extLst>
          </p:cNvPr>
          <p:cNvSpPr/>
          <p:nvPr userDrawn="1"/>
        </p:nvSpPr>
        <p:spPr>
          <a:xfrm>
            <a:off x="305389" y="2579521"/>
            <a:ext cx="190787" cy="565121"/>
          </a:xfrm>
          <a:custGeom>
            <a:avLst/>
            <a:gdLst>
              <a:gd name="connsiteX0" fmla="*/ 0 w 66951"/>
              <a:gd name="connsiteY0" fmla="*/ 0 h 565121"/>
              <a:gd name="connsiteX1" fmla="*/ 66951 w 66951"/>
              <a:gd name="connsiteY1" fmla="*/ 0 h 565121"/>
              <a:gd name="connsiteX2" fmla="*/ 66951 w 66951"/>
              <a:gd name="connsiteY2" fmla="*/ 565121 h 565121"/>
              <a:gd name="connsiteX3" fmla="*/ 0 w 66951"/>
              <a:gd name="connsiteY3" fmla="*/ 565121 h 565121"/>
              <a:gd name="connsiteX4" fmla="*/ 0 w 66951"/>
              <a:gd name="connsiteY4" fmla="*/ 0 h 565121"/>
              <a:gd name="connsiteX0" fmla="*/ 0 w 131862"/>
              <a:gd name="connsiteY0" fmla="*/ 0 h 565121"/>
              <a:gd name="connsiteX1" fmla="*/ 66951 w 131862"/>
              <a:gd name="connsiteY1" fmla="*/ 0 h 565121"/>
              <a:gd name="connsiteX2" fmla="*/ 66951 w 131862"/>
              <a:gd name="connsiteY2" fmla="*/ 565121 h 565121"/>
              <a:gd name="connsiteX3" fmla="*/ 0 w 131862"/>
              <a:gd name="connsiteY3" fmla="*/ 565121 h 565121"/>
              <a:gd name="connsiteX4" fmla="*/ 0 w 131862"/>
              <a:gd name="connsiteY4" fmla="*/ 0 h 565121"/>
              <a:gd name="connsiteX0" fmla="*/ 0 w 177682"/>
              <a:gd name="connsiteY0" fmla="*/ 0 h 565121"/>
              <a:gd name="connsiteX1" fmla="*/ 66951 w 177682"/>
              <a:gd name="connsiteY1" fmla="*/ 0 h 565121"/>
              <a:gd name="connsiteX2" fmla="*/ 66951 w 177682"/>
              <a:gd name="connsiteY2" fmla="*/ 565121 h 565121"/>
              <a:gd name="connsiteX3" fmla="*/ 0 w 177682"/>
              <a:gd name="connsiteY3" fmla="*/ 565121 h 565121"/>
              <a:gd name="connsiteX4" fmla="*/ 0 w 177682"/>
              <a:gd name="connsiteY4" fmla="*/ 0 h 565121"/>
              <a:gd name="connsiteX0" fmla="*/ 0 w 186120"/>
              <a:gd name="connsiteY0" fmla="*/ 0 h 565121"/>
              <a:gd name="connsiteX1" fmla="*/ 66951 w 186120"/>
              <a:gd name="connsiteY1" fmla="*/ 0 h 565121"/>
              <a:gd name="connsiteX2" fmla="*/ 66951 w 186120"/>
              <a:gd name="connsiteY2" fmla="*/ 565121 h 565121"/>
              <a:gd name="connsiteX3" fmla="*/ 0 w 186120"/>
              <a:gd name="connsiteY3" fmla="*/ 565121 h 565121"/>
              <a:gd name="connsiteX4" fmla="*/ 0 w 186120"/>
              <a:gd name="connsiteY4" fmla="*/ 0 h 565121"/>
              <a:gd name="connsiteX0" fmla="*/ 0 w 190787"/>
              <a:gd name="connsiteY0" fmla="*/ 0 h 565121"/>
              <a:gd name="connsiteX1" fmla="*/ 66951 w 190787"/>
              <a:gd name="connsiteY1" fmla="*/ 0 h 565121"/>
              <a:gd name="connsiteX2" fmla="*/ 66951 w 190787"/>
              <a:gd name="connsiteY2" fmla="*/ 565121 h 565121"/>
              <a:gd name="connsiteX3" fmla="*/ 0 w 190787"/>
              <a:gd name="connsiteY3" fmla="*/ 565121 h 565121"/>
              <a:gd name="connsiteX4" fmla="*/ 0 w 190787"/>
              <a:gd name="connsiteY4" fmla="*/ 0 h 565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0787" h="565121">
                <a:moveTo>
                  <a:pt x="0" y="0"/>
                </a:moveTo>
                <a:lnTo>
                  <a:pt x="66951" y="0"/>
                </a:lnTo>
                <a:cubicBezTo>
                  <a:pt x="235226" y="153449"/>
                  <a:pt x="228876" y="408497"/>
                  <a:pt x="66951" y="565121"/>
                </a:cubicBezTo>
                <a:lnTo>
                  <a:pt x="0" y="5651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algn="ctr"/>
            <a:endParaRPr kumimoji="1" lang="en-JP">
              <a:solidFill>
                <a:schemeClr val="bg1"/>
              </a:solidFill>
            </a:endParaRP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7931F396-C219-1015-ABFF-3F3465FB41D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6002" y="6376220"/>
            <a:ext cx="1950447" cy="111946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676BF229-CB71-F48F-4469-A4B6DC2CA11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8589" y="0"/>
            <a:ext cx="1779439" cy="980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8475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65" userDrawn="1">
          <p15:clr>
            <a:srgbClr val="FBAE40"/>
          </p15:clr>
        </p15:guide>
        <p15:guide id="2" orient="horz" pos="2364" userDrawn="1">
          <p15:clr>
            <a:srgbClr val="FBAE40"/>
          </p15:clr>
        </p15:guide>
        <p15:guide id="3" orient="horz" pos="2160" userDrawn="1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ttern 4 | Sub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51AAEEF-D38F-BBC8-9CEE-EFBECFB18EC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2878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65" userDrawn="1">
          <p15:clr>
            <a:srgbClr val="FBAE40"/>
          </p15:clr>
        </p15:guide>
        <p15:guide id="2" orient="horz" pos="2364" userDrawn="1">
          <p15:clr>
            <a:srgbClr val="FBAE40"/>
          </p15:clr>
        </p15:guide>
        <p15:guide id="3" orient="horz" pos="216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ags" Target="../tags/tag3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ags" Target="../tags/tag2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.bin"/><Relationship Id="rId3" Type="http://schemas.openxmlformats.org/officeDocument/2006/relationships/slideLayout" Target="../slideLayouts/slideLayout24.xml"/><Relationship Id="rId7" Type="http://schemas.openxmlformats.org/officeDocument/2006/relationships/tags" Target="../tags/tag5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6" Type="http://schemas.openxmlformats.org/officeDocument/2006/relationships/tags" Target="../tags/tag4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25.xml"/><Relationship Id="rId9" Type="http://schemas.openxmlformats.org/officeDocument/2006/relationships/image" Target="../media/image1.emf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.bin"/><Relationship Id="rId3" Type="http://schemas.openxmlformats.org/officeDocument/2006/relationships/slideLayout" Target="../slideLayouts/slideLayout28.xml"/><Relationship Id="rId7" Type="http://schemas.openxmlformats.org/officeDocument/2006/relationships/tags" Target="../tags/tag7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tags" Target="../tags/tag6.xml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29.xml"/><Relationship Id="rId9" Type="http://schemas.openxmlformats.org/officeDocument/2006/relationships/image" Target="../media/image1.emf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.bin"/><Relationship Id="rId3" Type="http://schemas.openxmlformats.org/officeDocument/2006/relationships/slideLayout" Target="../slideLayouts/slideLayout32.xml"/><Relationship Id="rId7" Type="http://schemas.openxmlformats.org/officeDocument/2006/relationships/tags" Target="../tags/tag9.xml"/><Relationship Id="rId2" Type="http://schemas.openxmlformats.org/officeDocument/2006/relationships/slideLayout" Target="../slideLayouts/slideLayout31.xml"/><Relationship Id="rId1" Type="http://schemas.openxmlformats.org/officeDocument/2006/relationships/slideLayout" Target="../slideLayouts/slideLayout30.xml"/><Relationship Id="rId6" Type="http://schemas.openxmlformats.org/officeDocument/2006/relationships/tags" Target="../tags/tag8.xml"/><Relationship Id="rId5" Type="http://schemas.openxmlformats.org/officeDocument/2006/relationships/theme" Target="../theme/theme4.xml"/><Relationship Id="rId4" Type="http://schemas.openxmlformats.org/officeDocument/2006/relationships/slideLayout" Target="../slideLayouts/slideLayout33.xml"/><Relationship Id="rId9" Type="http://schemas.openxmlformats.org/officeDocument/2006/relationships/image" Target="../media/image1.emf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.bin"/><Relationship Id="rId3" Type="http://schemas.openxmlformats.org/officeDocument/2006/relationships/slideLayout" Target="../slideLayouts/slideLayout36.xml"/><Relationship Id="rId7" Type="http://schemas.openxmlformats.org/officeDocument/2006/relationships/tags" Target="../tags/tag11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tags" Target="../tags/tag10.xml"/><Relationship Id="rId5" Type="http://schemas.openxmlformats.org/officeDocument/2006/relationships/theme" Target="../theme/theme5.xml"/><Relationship Id="rId4" Type="http://schemas.openxmlformats.org/officeDocument/2006/relationships/slideLayout" Target="../slideLayouts/slideLayout37.xml"/><Relationship Id="rId9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D283D300-2124-42DF-B73B-3D3D4C546EC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3"/>
            </p:custDataLst>
            <p:extLst>
              <p:ext uri="{D42A27DB-BD31-4B8C-83A1-F6EECF244321}">
                <p14:modId xmlns:p14="http://schemas.microsoft.com/office/powerpoint/2010/main" val="358526908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5" imgW="395" imgH="394" progId="TCLayout.ActiveDocument.1">
                  <p:embed/>
                </p:oleObj>
              </mc:Choice>
              <mc:Fallback>
                <p:oleObj name="think-cell Slide" r:id="rId25" imgW="395" imgH="394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D283D300-2124-42DF-B73B-3D3D4C546EC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4B895B28-7064-4AD0-A15D-88F99BCA9BAD}"/>
              </a:ext>
            </a:extLst>
          </p:cNvPr>
          <p:cNvSpPr/>
          <p:nvPr userDrawn="1">
            <p:custDataLst>
              <p:tags r:id="rId24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kumimoji="1" lang="en-US" altLang="ja-JP" sz="2800" b="0" i="0" baseline="0" dirty="0">
              <a:latin typeface="Aptos" panose="020B0004020202020204" pitchFamily="34" charset="0"/>
              <a:ea typeface="メイリオ" panose="020B0604030504040204" pitchFamily="50" charset="-128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311150" y="1233487"/>
            <a:ext cx="11569700" cy="5183187"/>
          </a:xfrm>
          <a:prstGeom prst="rect">
            <a:avLst/>
          </a:prstGeom>
        </p:spPr>
        <p:txBody>
          <a:bodyPr vert="horz" lIns="0" tIns="45710" rIns="91420" bIns="45710" rtlCol="0">
            <a:normAutofit/>
          </a:bodyPr>
          <a:lstStyle/>
          <a:p>
            <a:pPr lvl="0"/>
            <a:r>
              <a:rPr kumimoji="1" lang="en-US" altLang="ja-JP" dirty="0"/>
              <a:t>Master text</a:t>
            </a:r>
            <a:endParaRPr kumimoji="1" lang="ja-JP" altLang="en-US"/>
          </a:p>
        </p:txBody>
      </p:sp>
      <p:sp>
        <p:nvSpPr>
          <p:cNvPr id="11" name="Footer Placeholder 8">
            <a:extLst>
              <a:ext uri="{FF2B5EF4-FFF2-40B4-BE49-F238E27FC236}">
                <a16:creationId xmlns:a16="http://schemas.microsoft.com/office/drawing/2014/main" id="{44E43001-C216-284A-9EBD-E54B5DD295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766050" y="6489701"/>
            <a:ext cx="4114800" cy="2294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1" spc="100" baseline="0">
                <a:solidFill>
                  <a:schemeClr val="tx1"/>
                </a:solidFill>
              </a:defRPr>
            </a:lvl1pPr>
          </a:lstStyle>
          <a:p>
            <a:r>
              <a:rPr lang="en-JP"/>
              <a:t> </a:t>
            </a:r>
          </a:p>
        </p:txBody>
      </p:sp>
      <p:sp>
        <p:nvSpPr>
          <p:cNvPr id="9" name="タイトル プレースホルダ 1">
            <a:extLst>
              <a:ext uri="{FF2B5EF4-FFF2-40B4-BE49-F238E27FC236}">
                <a16:creationId xmlns:a16="http://schemas.microsoft.com/office/drawing/2014/main" id="{D7981A12-E00B-604C-B863-7CBF31AA64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690" y="161605"/>
            <a:ext cx="9814472" cy="685801"/>
          </a:xfrm>
          <a:prstGeom prst="rect">
            <a:avLst/>
          </a:prstGeom>
        </p:spPr>
        <p:txBody>
          <a:bodyPr vert="horz" lIns="0" tIns="190800" rIns="0" bIns="0" rtlCol="0" anchor="t" anchorCtr="0">
            <a:normAutofit/>
          </a:bodyPr>
          <a:lstStyle/>
          <a:p>
            <a:r>
              <a:rPr kumimoji="1" lang="en-US" altLang="ja-JP" dirty="0"/>
              <a:t>Master title</a:t>
            </a:r>
            <a:endParaRPr kumimoji="1" lang="ja-JP" altLang="en-US"/>
          </a:p>
        </p:txBody>
      </p:sp>
      <p:sp>
        <p:nvSpPr>
          <p:cNvPr id="13" name="スライド番号プレースホルダ 5">
            <a:extLst>
              <a:ext uri="{FF2B5EF4-FFF2-40B4-BE49-F238E27FC236}">
                <a16:creationId xmlns:a16="http://schemas.microsoft.com/office/drawing/2014/main" id="{C7AA5A17-3F2F-B94B-9342-A137057B89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1150" y="6489701"/>
            <a:ext cx="589856" cy="22943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l">
              <a:defRPr sz="800" b="0" i="0">
                <a:solidFill>
                  <a:schemeClr val="tx1"/>
                </a:solidFill>
                <a:latin typeface="Aptos" panose="020B0004020202020204" pitchFamily="34" charset="0"/>
                <a:ea typeface="メイリオ" pitchFamily="50" charset="-128"/>
                <a:cs typeface="Calibri" panose="020F0502020204030204" pitchFamily="34" charset="0"/>
              </a:defRPr>
            </a:lvl1pPr>
          </a:lstStyle>
          <a:p>
            <a:pPr defTabSz="1218810"/>
            <a:fld id="{E9B57936-92EF-4126-AE48-1D9D36D15E98}" type="slidenum">
              <a:rPr lang="ja-JP" altLang="en-US" smtClean="0"/>
              <a:pPr defTabSz="1218810"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3835484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1" r:id="rId1"/>
    <p:sldLayoutId id="2147483994" r:id="rId2"/>
    <p:sldLayoutId id="2147483993" r:id="rId3"/>
    <p:sldLayoutId id="2147484113" r:id="rId4"/>
    <p:sldLayoutId id="2147484098" r:id="rId5"/>
    <p:sldLayoutId id="2147484069" r:id="rId6"/>
    <p:sldLayoutId id="2147484114" r:id="rId7"/>
    <p:sldLayoutId id="2147483986" r:id="rId8"/>
    <p:sldLayoutId id="2147483990" r:id="rId9"/>
    <p:sldLayoutId id="2147483985" r:id="rId10"/>
    <p:sldLayoutId id="2147483988" r:id="rId11"/>
    <p:sldLayoutId id="2147483920" r:id="rId12"/>
    <p:sldLayoutId id="2147483922" r:id="rId13"/>
    <p:sldLayoutId id="2147483930" r:id="rId14"/>
    <p:sldLayoutId id="2147483924" r:id="rId15"/>
    <p:sldLayoutId id="2147483931" r:id="rId16"/>
    <p:sldLayoutId id="2147483925" r:id="rId17"/>
    <p:sldLayoutId id="2147483926" r:id="rId18"/>
    <p:sldLayoutId id="2147483927" r:id="rId19"/>
    <p:sldLayoutId id="2147483928" r:id="rId20"/>
    <p:sldLayoutId id="2147484065" r:id="rId21"/>
  </p:sldLayoutIdLst>
  <p:hf hdr="0" dt="0"/>
  <p:txStyles>
    <p:titleStyle>
      <a:lvl1pPr algn="l" defTabSz="914150" rtl="0" eaLnBrk="1" latinLnBrk="0" hangingPunct="1">
        <a:lnSpc>
          <a:spcPts val="2800"/>
        </a:lnSpc>
        <a:spcBef>
          <a:spcPct val="0"/>
        </a:spcBef>
        <a:buNone/>
        <a:defRPr kumimoji="1" sz="2800" b="1" i="0" kern="1200" baseline="0">
          <a:solidFill>
            <a:schemeClr val="tx1"/>
          </a:solidFill>
          <a:latin typeface="Aptos" panose="020B0004020202020204" pitchFamily="34" charset="0"/>
          <a:ea typeface="メイリオ" pitchFamily="50" charset="-128"/>
          <a:cs typeface="Calibri" pitchFamily="34" charset="0"/>
        </a:defRPr>
      </a:lvl1pPr>
    </p:titleStyle>
    <p:bodyStyle>
      <a:lvl1pPr marL="457071" indent="-457071" algn="l" defTabSz="914150" rtl="0" eaLnBrk="1" latinLnBrk="0" hangingPunct="1">
        <a:spcBef>
          <a:spcPct val="20000"/>
        </a:spcBef>
        <a:buClr>
          <a:srgbClr val="4C4948"/>
        </a:buClr>
        <a:buFont typeface="Arial" panose="020B0604020202020204" pitchFamily="34" charset="0"/>
        <a:buChar char="•"/>
        <a:defRPr kumimoji="1" sz="2000" b="0" i="0" kern="1200" baseline="0">
          <a:solidFill>
            <a:schemeClr val="tx1"/>
          </a:solidFill>
          <a:latin typeface="Aptos" panose="020B0004020202020204" pitchFamily="34" charset="0"/>
          <a:ea typeface="メイリオ" pitchFamily="50" charset="-128"/>
          <a:cs typeface="Calibri" pitchFamily="34" charset="0"/>
        </a:defRPr>
      </a:lvl1pPr>
      <a:lvl2pPr marL="742745" indent="-285677" algn="l" defTabSz="914150" rtl="0" eaLnBrk="1" latinLnBrk="0" hangingPunct="1">
        <a:spcBef>
          <a:spcPct val="20000"/>
        </a:spcBef>
        <a:buClr>
          <a:srgbClr val="4C4948"/>
        </a:buClr>
        <a:buFont typeface="Arial" pitchFamily="34" charset="0"/>
        <a:buChar char="–"/>
        <a:defRPr kumimoji="1" sz="2000" b="0" i="0" kern="1200">
          <a:solidFill>
            <a:schemeClr val="tx1"/>
          </a:solidFill>
          <a:latin typeface="Calibri" panose="020F0502020204030204" pitchFamily="34" charset="0"/>
          <a:ea typeface="メイリオ" pitchFamily="50" charset="-128"/>
          <a:cs typeface="Calibri" pitchFamily="34" charset="0"/>
        </a:defRPr>
      </a:lvl2pPr>
      <a:lvl3pPr marL="1142690" indent="-228541" algn="l" defTabSz="914150" rtl="0" eaLnBrk="1" latinLnBrk="0" hangingPunct="1">
        <a:spcBef>
          <a:spcPct val="20000"/>
        </a:spcBef>
        <a:buClr>
          <a:srgbClr val="4C4948"/>
        </a:buClr>
        <a:buFont typeface="Arial" pitchFamily="34" charset="0"/>
        <a:buChar char="•"/>
        <a:defRPr kumimoji="1" sz="2000" b="0" i="0" kern="1200" baseline="0">
          <a:solidFill>
            <a:schemeClr val="tx1"/>
          </a:solidFill>
          <a:latin typeface="Calibri" panose="020F0502020204030204" pitchFamily="34" charset="0"/>
          <a:ea typeface="メイリオ" pitchFamily="50" charset="-128"/>
          <a:cs typeface="Calibri" pitchFamily="34" charset="0"/>
        </a:defRPr>
      </a:lvl3pPr>
      <a:lvl4pPr marL="1599760" indent="-228541" algn="l" defTabSz="914150" rtl="0" eaLnBrk="1" latinLnBrk="0" hangingPunct="1">
        <a:spcBef>
          <a:spcPct val="20000"/>
        </a:spcBef>
        <a:buClr>
          <a:srgbClr val="4C4948"/>
        </a:buClr>
        <a:buFont typeface="Arial" pitchFamily="34" charset="0"/>
        <a:buChar char="–"/>
        <a:defRPr kumimoji="1" sz="2000" b="0" i="0" kern="1200" baseline="0">
          <a:solidFill>
            <a:schemeClr val="tx1"/>
          </a:solidFill>
          <a:latin typeface="Calibri" panose="020F0502020204030204" pitchFamily="34" charset="0"/>
          <a:ea typeface="メイリオ" pitchFamily="50" charset="-128"/>
          <a:cs typeface="Calibri" pitchFamily="34" charset="0"/>
        </a:defRPr>
      </a:lvl4pPr>
      <a:lvl5pPr marL="2056831" indent="-228541" algn="l" defTabSz="914150" rtl="0" eaLnBrk="1" latinLnBrk="0" hangingPunct="1">
        <a:spcBef>
          <a:spcPct val="20000"/>
        </a:spcBef>
        <a:buClr>
          <a:srgbClr val="4C4948"/>
        </a:buClr>
        <a:buFont typeface="Arial" pitchFamily="34" charset="0"/>
        <a:buChar char="»"/>
        <a:defRPr kumimoji="1" sz="2000" b="0" i="0" kern="1200" baseline="0">
          <a:solidFill>
            <a:schemeClr val="tx1"/>
          </a:solidFill>
          <a:latin typeface="Calibri" panose="020F0502020204030204" pitchFamily="34" charset="0"/>
          <a:ea typeface="メイリオ" pitchFamily="50" charset="-128"/>
          <a:cs typeface="Calibri" pitchFamily="34" charset="0"/>
        </a:defRPr>
      </a:lvl5pPr>
      <a:lvl6pPr marL="2513910" indent="-228541" algn="l" defTabSz="91415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986" indent="-228541" algn="l" defTabSz="91415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061" indent="-228541" algn="l" defTabSz="91415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142" indent="-228541" algn="l" defTabSz="91415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1pPr>
      <a:lvl2pPr marL="457071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914150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3pPr>
      <a:lvl4pPr marL="1371226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4pPr>
      <a:lvl5pPr marL="1828301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5pPr>
      <a:lvl6pPr marL="2285382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6pPr>
      <a:lvl7pPr marL="2742450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7pPr>
      <a:lvl8pPr marL="3199520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8pPr>
      <a:lvl9pPr marL="3656591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77">
          <p15:clr>
            <a:srgbClr val="F26B43"/>
          </p15:clr>
        </p15:guide>
        <p15:guide id="2" pos="189" userDrawn="1">
          <p15:clr>
            <a:srgbClr val="F26B43"/>
          </p15:clr>
        </p15:guide>
        <p15:guide id="3" pos="7491" userDrawn="1">
          <p15:clr>
            <a:srgbClr val="F26B43"/>
          </p15:clr>
        </p15:guide>
        <p15:guide id="4" orient="horz" pos="4042">
          <p15:clr>
            <a:srgbClr val="F26B43"/>
          </p15:clr>
        </p15:guide>
        <p15:guide id="5" pos="370" userDrawn="1">
          <p15:clr>
            <a:srgbClr val="F26B43"/>
          </p15:clr>
        </p15:guide>
        <p15:guide id="6" orient="horz" pos="4088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D283D300-2124-42DF-B73B-3D3D4C546EC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358526908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395" imgH="394" progId="TCLayout.ActiveDocument.1">
                  <p:embed/>
                </p:oleObj>
              </mc:Choice>
              <mc:Fallback>
                <p:oleObj name="think-cell Slide" r:id="rId8" imgW="395" imgH="394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D283D300-2124-42DF-B73B-3D3D4C546EC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4B895B28-7064-4AD0-A15D-88F99BCA9BAD}"/>
              </a:ext>
            </a:extLst>
          </p:cNvPr>
          <p:cNvSpPr/>
          <p:nvPr userDrawn="1">
            <p:custDataLst>
              <p:tags r:id="rId7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kumimoji="1" lang="en-US" altLang="ja-JP" sz="2800" b="0" i="0" baseline="0" dirty="0">
              <a:latin typeface="Aptos" panose="020B0004020202020204" pitchFamily="34" charset="0"/>
              <a:ea typeface="メイリオ" panose="020B0604030504040204" pitchFamily="50" charset="-128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6926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10" r:id="rId1"/>
    <p:sldLayoutId id="2147484111" r:id="rId2"/>
    <p:sldLayoutId id="2147484112" r:id="rId3"/>
    <p:sldLayoutId id="2147484144" r:id="rId4"/>
  </p:sldLayoutIdLst>
  <p:hf hdr="0" dt="0"/>
  <p:txStyles>
    <p:titleStyle>
      <a:lvl1pPr algn="l" defTabSz="914150" rtl="0" eaLnBrk="1" latinLnBrk="0" hangingPunct="1">
        <a:lnSpc>
          <a:spcPts val="2800"/>
        </a:lnSpc>
        <a:spcBef>
          <a:spcPct val="0"/>
        </a:spcBef>
        <a:buNone/>
        <a:defRPr kumimoji="1" sz="2800" b="1" i="0" kern="1200" baseline="0">
          <a:solidFill>
            <a:schemeClr val="tx1"/>
          </a:solidFill>
          <a:latin typeface="Aptos" panose="020B0004020202020204" pitchFamily="34" charset="0"/>
          <a:ea typeface="メイリオ" pitchFamily="50" charset="-128"/>
          <a:cs typeface="Calibri" pitchFamily="34" charset="0"/>
        </a:defRPr>
      </a:lvl1pPr>
    </p:titleStyle>
    <p:bodyStyle>
      <a:lvl1pPr marL="457071" indent="-457071" algn="l" defTabSz="914150" rtl="0" eaLnBrk="1" latinLnBrk="0" hangingPunct="1">
        <a:spcBef>
          <a:spcPct val="20000"/>
        </a:spcBef>
        <a:buClr>
          <a:srgbClr val="4C4948"/>
        </a:buClr>
        <a:buFont typeface="Arial" panose="020B0604020202020204" pitchFamily="34" charset="0"/>
        <a:buChar char="•"/>
        <a:defRPr kumimoji="1" sz="2000" b="0" i="0" kern="1200" baseline="0">
          <a:solidFill>
            <a:schemeClr val="tx1"/>
          </a:solidFill>
          <a:latin typeface="Aptos" panose="020B0004020202020204" pitchFamily="34" charset="0"/>
          <a:ea typeface="メイリオ" pitchFamily="50" charset="-128"/>
          <a:cs typeface="Calibri" pitchFamily="34" charset="0"/>
        </a:defRPr>
      </a:lvl1pPr>
      <a:lvl2pPr marL="742745" indent="-285677" algn="l" defTabSz="914150" rtl="0" eaLnBrk="1" latinLnBrk="0" hangingPunct="1">
        <a:spcBef>
          <a:spcPct val="20000"/>
        </a:spcBef>
        <a:buClr>
          <a:srgbClr val="4C4948"/>
        </a:buClr>
        <a:buFont typeface="Arial" pitchFamily="34" charset="0"/>
        <a:buChar char="–"/>
        <a:defRPr kumimoji="1" sz="2000" b="0" i="0" kern="1200">
          <a:solidFill>
            <a:schemeClr val="tx1"/>
          </a:solidFill>
          <a:latin typeface="Calibri" panose="020F0502020204030204" pitchFamily="34" charset="0"/>
          <a:ea typeface="メイリオ" pitchFamily="50" charset="-128"/>
          <a:cs typeface="Calibri" pitchFamily="34" charset="0"/>
        </a:defRPr>
      </a:lvl2pPr>
      <a:lvl3pPr marL="1142690" indent="-228541" algn="l" defTabSz="914150" rtl="0" eaLnBrk="1" latinLnBrk="0" hangingPunct="1">
        <a:spcBef>
          <a:spcPct val="20000"/>
        </a:spcBef>
        <a:buClr>
          <a:srgbClr val="4C4948"/>
        </a:buClr>
        <a:buFont typeface="Arial" pitchFamily="34" charset="0"/>
        <a:buChar char="•"/>
        <a:defRPr kumimoji="1" sz="2000" b="0" i="0" kern="1200" baseline="0">
          <a:solidFill>
            <a:schemeClr val="tx1"/>
          </a:solidFill>
          <a:latin typeface="Calibri" panose="020F0502020204030204" pitchFamily="34" charset="0"/>
          <a:ea typeface="メイリオ" pitchFamily="50" charset="-128"/>
          <a:cs typeface="Calibri" pitchFamily="34" charset="0"/>
        </a:defRPr>
      </a:lvl3pPr>
      <a:lvl4pPr marL="1599760" indent="-228541" algn="l" defTabSz="914150" rtl="0" eaLnBrk="1" latinLnBrk="0" hangingPunct="1">
        <a:spcBef>
          <a:spcPct val="20000"/>
        </a:spcBef>
        <a:buClr>
          <a:srgbClr val="4C4948"/>
        </a:buClr>
        <a:buFont typeface="Arial" pitchFamily="34" charset="0"/>
        <a:buChar char="–"/>
        <a:defRPr kumimoji="1" sz="2000" b="0" i="0" kern="1200" baseline="0">
          <a:solidFill>
            <a:schemeClr val="tx1"/>
          </a:solidFill>
          <a:latin typeface="Calibri" panose="020F0502020204030204" pitchFamily="34" charset="0"/>
          <a:ea typeface="メイリオ" pitchFamily="50" charset="-128"/>
          <a:cs typeface="Calibri" pitchFamily="34" charset="0"/>
        </a:defRPr>
      </a:lvl4pPr>
      <a:lvl5pPr marL="2056831" indent="-228541" algn="l" defTabSz="914150" rtl="0" eaLnBrk="1" latinLnBrk="0" hangingPunct="1">
        <a:spcBef>
          <a:spcPct val="20000"/>
        </a:spcBef>
        <a:buClr>
          <a:srgbClr val="4C4948"/>
        </a:buClr>
        <a:buFont typeface="Arial" pitchFamily="34" charset="0"/>
        <a:buChar char="»"/>
        <a:defRPr kumimoji="1" sz="2000" b="0" i="0" kern="1200" baseline="0">
          <a:solidFill>
            <a:schemeClr val="tx1"/>
          </a:solidFill>
          <a:latin typeface="Calibri" panose="020F0502020204030204" pitchFamily="34" charset="0"/>
          <a:ea typeface="メイリオ" pitchFamily="50" charset="-128"/>
          <a:cs typeface="Calibri" pitchFamily="34" charset="0"/>
        </a:defRPr>
      </a:lvl5pPr>
      <a:lvl6pPr marL="2513910" indent="-228541" algn="l" defTabSz="91415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986" indent="-228541" algn="l" defTabSz="91415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061" indent="-228541" algn="l" defTabSz="91415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142" indent="-228541" algn="l" defTabSz="91415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1pPr>
      <a:lvl2pPr marL="457071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914150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3pPr>
      <a:lvl4pPr marL="1371226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4pPr>
      <a:lvl5pPr marL="1828301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5pPr>
      <a:lvl6pPr marL="2285382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6pPr>
      <a:lvl7pPr marL="2742450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7pPr>
      <a:lvl8pPr marL="3199520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8pPr>
      <a:lvl9pPr marL="3656591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77">
          <p15:clr>
            <a:srgbClr val="F26B43"/>
          </p15:clr>
        </p15:guide>
        <p15:guide id="2" pos="189" userDrawn="1">
          <p15:clr>
            <a:srgbClr val="F26B43"/>
          </p15:clr>
        </p15:guide>
        <p15:guide id="3" pos="7491" userDrawn="1">
          <p15:clr>
            <a:srgbClr val="F26B43"/>
          </p15:clr>
        </p15:guide>
        <p15:guide id="4" orient="horz" pos="4042">
          <p15:clr>
            <a:srgbClr val="F26B43"/>
          </p15:clr>
        </p15:guide>
        <p15:guide id="5" pos="370" userDrawn="1">
          <p15:clr>
            <a:srgbClr val="F26B43"/>
          </p15:clr>
        </p15:guide>
        <p15:guide id="6" orient="horz" pos="4088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D283D300-2124-42DF-B73B-3D3D4C546EC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358526908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395" imgH="394" progId="TCLayout.ActiveDocument.1">
                  <p:embed/>
                </p:oleObj>
              </mc:Choice>
              <mc:Fallback>
                <p:oleObj name="think-cell Slide" r:id="rId8" imgW="395" imgH="394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D283D300-2124-42DF-B73B-3D3D4C546EC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4B895B28-7064-4AD0-A15D-88F99BCA9BAD}"/>
              </a:ext>
            </a:extLst>
          </p:cNvPr>
          <p:cNvSpPr/>
          <p:nvPr userDrawn="1">
            <p:custDataLst>
              <p:tags r:id="rId7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kumimoji="1" lang="en-US" altLang="ja-JP" sz="2800" b="0" i="0" baseline="0" dirty="0">
              <a:latin typeface="Aptos" panose="020B0004020202020204" pitchFamily="34" charset="0"/>
              <a:ea typeface="メイリオ" panose="020B0604030504040204" pitchFamily="50" charset="-128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93602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41" r:id="rId1"/>
    <p:sldLayoutId id="2147484142" r:id="rId2"/>
    <p:sldLayoutId id="2147484143" r:id="rId3"/>
    <p:sldLayoutId id="2147484145" r:id="rId4"/>
  </p:sldLayoutIdLst>
  <p:hf hdr="0" dt="0"/>
  <p:txStyles>
    <p:titleStyle>
      <a:lvl1pPr algn="l" defTabSz="914150" rtl="0" eaLnBrk="1" latinLnBrk="0" hangingPunct="1">
        <a:lnSpc>
          <a:spcPts val="2800"/>
        </a:lnSpc>
        <a:spcBef>
          <a:spcPct val="0"/>
        </a:spcBef>
        <a:buNone/>
        <a:defRPr kumimoji="1" sz="2800" b="1" i="0" kern="1200" baseline="0">
          <a:solidFill>
            <a:schemeClr val="tx1"/>
          </a:solidFill>
          <a:latin typeface="Aptos" panose="020B0004020202020204" pitchFamily="34" charset="0"/>
          <a:ea typeface="メイリオ" pitchFamily="50" charset="-128"/>
          <a:cs typeface="Calibri" pitchFamily="34" charset="0"/>
        </a:defRPr>
      </a:lvl1pPr>
    </p:titleStyle>
    <p:bodyStyle>
      <a:lvl1pPr marL="457071" indent="-457071" algn="l" defTabSz="914150" rtl="0" eaLnBrk="1" latinLnBrk="0" hangingPunct="1">
        <a:spcBef>
          <a:spcPct val="20000"/>
        </a:spcBef>
        <a:buClr>
          <a:srgbClr val="4C4948"/>
        </a:buClr>
        <a:buFont typeface="Arial" panose="020B0604020202020204" pitchFamily="34" charset="0"/>
        <a:buChar char="•"/>
        <a:defRPr kumimoji="1" sz="2000" b="0" i="0" kern="1200" baseline="0">
          <a:solidFill>
            <a:schemeClr val="tx1"/>
          </a:solidFill>
          <a:latin typeface="Aptos" panose="020B0004020202020204" pitchFamily="34" charset="0"/>
          <a:ea typeface="メイリオ" pitchFamily="50" charset="-128"/>
          <a:cs typeface="Calibri" pitchFamily="34" charset="0"/>
        </a:defRPr>
      </a:lvl1pPr>
      <a:lvl2pPr marL="742745" indent="-285677" algn="l" defTabSz="914150" rtl="0" eaLnBrk="1" latinLnBrk="0" hangingPunct="1">
        <a:spcBef>
          <a:spcPct val="20000"/>
        </a:spcBef>
        <a:buClr>
          <a:srgbClr val="4C4948"/>
        </a:buClr>
        <a:buFont typeface="Arial" pitchFamily="34" charset="0"/>
        <a:buChar char="–"/>
        <a:defRPr kumimoji="1" sz="2000" b="0" i="0" kern="1200">
          <a:solidFill>
            <a:schemeClr val="tx1"/>
          </a:solidFill>
          <a:latin typeface="Calibri" panose="020F0502020204030204" pitchFamily="34" charset="0"/>
          <a:ea typeface="メイリオ" pitchFamily="50" charset="-128"/>
          <a:cs typeface="Calibri" pitchFamily="34" charset="0"/>
        </a:defRPr>
      </a:lvl2pPr>
      <a:lvl3pPr marL="1142690" indent="-228541" algn="l" defTabSz="914150" rtl="0" eaLnBrk="1" latinLnBrk="0" hangingPunct="1">
        <a:spcBef>
          <a:spcPct val="20000"/>
        </a:spcBef>
        <a:buClr>
          <a:srgbClr val="4C4948"/>
        </a:buClr>
        <a:buFont typeface="Arial" pitchFamily="34" charset="0"/>
        <a:buChar char="•"/>
        <a:defRPr kumimoji="1" sz="2000" b="0" i="0" kern="1200" baseline="0">
          <a:solidFill>
            <a:schemeClr val="tx1"/>
          </a:solidFill>
          <a:latin typeface="Calibri" panose="020F0502020204030204" pitchFamily="34" charset="0"/>
          <a:ea typeface="メイリオ" pitchFamily="50" charset="-128"/>
          <a:cs typeface="Calibri" pitchFamily="34" charset="0"/>
        </a:defRPr>
      </a:lvl3pPr>
      <a:lvl4pPr marL="1599760" indent="-228541" algn="l" defTabSz="914150" rtl="0" eaLnBrk="1" latinLnBrk="0" hangingPunct="1">
        <a:spcBef>
          <a:spcPct val="20000"/>
        </a:spcBef>
        <a:buClr>
          <a:srgbClr val="4C4948"/>
        </a:buClr>
        <a:buFont typeface="Arial" pitchFamily="34" charset="0"/>
        <a:buChar char="–"/>
        <a:defRPr kumimoji="1" sz="2000" b="0" i="0" kern="1200" baseline="0">
          <a:solidFill>
            <a:schemeClr val="tx1"/>
          </a:solidFill>
          <a:latin typeface="Calibri" panose="020F0502020204030204" pitchFamily="34" charset="0"/>
          <a:ea typeface="メイリオ" pitchFamily="50" charset="-128"/>
          <a:cs typeface="Calibri" pitchFamily="34" charset="0"/>
        </a:defRPr>
      </a:lvl4pPr>
      <a:lvl5pPr marL="2056831" indent="-228541" algn="l" defTabSz="914150" rtl="0" eaLnBrk="1" latinLnBrk="0" hangingPunct="1">
        <a:spcBef>
          <a:spcPct val="20000"/>
        </a:spcBef>
        <a:buClr>
          <a:srgbClr val="4C4948"/>
        </a:buClr>
        <a:buFont typeface="Arial" pitchFamily="34" charset="0"/>
        <a:buChar char="»"/>
        <a:defRPr kumimoji="1" sz="2000" b="0" i="0" kern="1200" baseline="0">
          <a:solidFill>
            <a:schemeClr val="tx1"/>
          </a:solidFill>
          <a:latin typeface="Calibri" panose="020F0502020204030204" pitchFamily="34" charset="0"/>
          <a:ea typeface="メイリオ" pitchFamily="50" charset="-128"/>
          <a:cs typeface="Calibri" pitchFamily="34" charset="0"/>
        </a:defRPr>
      </a:lvl5pPr>
      <a:lvl6pPr marL="2513910" indent="-228541" algn="l" defTabSz="91415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986" indent="-228541" algn="l" defTabSz="91415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061" indent="-228541" algn="l" defTabSz="91415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142" indent="-228541" algn="l" defTabSz="91415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1pPr>
      <a:lvl2pPr marL="457071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914150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3pPr>
      <a:lvl4pPr marL="1371226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4pPr>
      <a:lvl5pPr marL="1828301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5pPr>
      <a:lvl6pPr marL="2285382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6pPr>
      <a:lvl7pPr marL="2742450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7pPr>
      <a:lvl8pPr marL="3199520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8pPr>
      <a:lvl9pPr marL="3656591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77">
          <p15:clr>
            <a:srgbClr val="F26B43"/>
          </p15:clr>
        </p15:guide>
        <p15:guide id="2" pos="189" userDrawn="1">
          <p15:clr>
            <a:srgbClr val="F26B43"/>
          </p15:clr>
        </p15:guide>
        <p15:guide id="3" pos="7491" userDrawn="1">
          <p15:clr>
            <a:srgbClr val="F26B43"/>
          </p15:clr>
        </p15:guide>
        <p15:guide id="4" orient="horz" pos="4042">
          <p15:clr>
            <a:srgbClr val="F26B43"/>
          </p15:clr>
        </p15:guide>
        <p15:guide id="5" pos="370" userDrawn="1">
          <p15:clr>
            <a:srgbClr val="F26B43"/>
          </p15:clr>
        </p15:guide>
        <p15:guide id="6" orient="horz" pos="4088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D283D300-2124-42DF-B73B-3D3D4C546EC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358526908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395" imgH="394" progId="TCLayout.ActiveDocument.1">
                  <p:embed/>
                </p:oleObj>
              </mc:Choice>
              <mc:Fallback>
                <p:oleObj name="think-cell Slide" r:id="rId8" imgW="395" imgH="394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D283D300-2124-42DF-B73B-3D3D4C546EC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4B895B28-7064-4AD0-A15D-88F99BCA9BAD}"/>
              </a:ext>
            </a:extLst>
          </p:cNvPr>
          <p:cNvSpPr/>
          <p:nvPr userDrawn="1">
            <p:custDataLst>
              <p:tags r:id="rId7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kumimoji="1" lang="en-US" altLang="ja-JP" sz="2800" b="0" i="0" baseline="0" dirty="0">
              <a:latin typeface="Aptos" panose="020B0004020202020204" pitchFamily="34" charset="0"/>
              <a:ea typeface="メイリオ" panose="020B0604030504040204" pitchFamily="50" charset="-128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7756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06" r:id="rId1"/>
    <p:sldLayoutId id="2147484107" r:id="rId2"/>
    <p:sldLayoutId id="2147484108" r:id="rId3"/>
    <p:sldLayoutId id="2147484146" r:id="rId4"/>
  </p:sldLayoutIdLst>
  <p:hf hdr="0" dt="0"/>
  <p:txStyles>
    <p:titleStyle>
      <a:lvl1pPr algn="l" defTabSz="914150" rtl="0" eaLnBrk="1" latinLnBrk="0" hangingPunct="1">
        <a:lnSpc>
          <a:spcPts val="2800"/>
        </a:lnSpc>
        <a:spcBef>
          <a:spcPct val="0"/>
        </a:spcBef>
        <a:buNone/>
        <a:defRPr kumimoji="1" sz="2800" b="1" i="0" kern="1200" baseline="0">
          <a:solidFill>
            <a:schemeClr val="tx1"/>
          </a:solidFill>
          <a:latin typeface="Aptos" panose="020B0004020202020204" pitchFamily="34" charset="0"/>
          <a:ea typeface="メイリオ" pitchFamily="50" charset="-128"/>
          <a:cs typeface="Calibri" pitchFamily="34" charset="0"/>
        </a:defRPr>
      </a:lvl1pPr>
    </p:titleStyle>
    <p:bodyStyle>
      <a:lvl1pPr marL="457071" indent="-457071" algn="l" defTabSz="914150" rtl="0" eaLnBrk="1" latinLnBrk="0" hangingPunct="1">
        <a:spcBef>
          <a:spcPct val="20000"/>
        </a:spcBef>
        <a:buClr>
          <a:srgbClr val="4C4948"/>
        </a:buClr>
        <a:buFont typeface="Arial" panose="020B0604020202020204" pitchFamily="34" charset="0"/>
        <a:buChar char="•"/>
        <a:defRPr kumimoji="1" sz="2000" b="0" i="0" kern="1200" baseline="0">
          <a:solidFill>
            <a:schemeClr val="tx1"/>
          </a:solidFill>
          <a:latin typeface="Aptos" panose="020B0004020202020204" pitchFamily="34" charset="0"/>
          <a:ea typeface="メイリオ" pitchFamily="50" charset="-128"/>
          <a:cs typeface="Calibri" pitchFamily="34" charset="0"/>
        </a:defRPr>
      </a:lvl1pPr>
      <a:lvl2pPr marL="742745" indent="-285677" algn="l" defTabSz="914150" rtl="0" eaLnBrk="1" latinLnBrk="0" hangingPunct="1">
        <a:spcBef>
          <a:spcPct val="20000"/>
        </a:spcBef>
        <a:buClr>
          <a:srgbClr val="4C4948"/>
        </a:buClr>
        <a:buFont typeface="Arial" pitchFamily="34" charset="0"/>
        <a:buChar char="–"/>
        <a:defRPr kumimoji="1" sz="2000" b="0" i="0" kern="1200">
          <a:solidFill>
            <a:schemeClr val="tx1"/>
          </a:solidFill>
          <a:latin typeface="Calibri" panose="020F0502020204030204" pitchFamily="34" charset="0"/>
          <a:ea typeface="メイリオ" pitchFamily="50" charset="-128"/>
          <a:cs typeface="Calibri" pitchFamily="34" charset="0"/>
        </a:defRPr>
      </a:lvl2pPr>
      <a:lvl3pPr marL="1142690" indent="-228541" algn="l" defTabSz="914150" rtl="0" eaLnBrk="1" latinLnBrk="0" hangingPunct="1">
        <a:spcBef>
          <a:spcPct val="20000"/>
        </a:spcBef>
        <a:buClr>
          <a:srgbClr val="4C4948"/>
        </a:buClr>
        <a:buFont typeface="Arial" pitchFamily="34" charset="0"/>
        <a:buChar char="•"/>
        <a:defRPr kumimoji="1" sz="2000" b="0" i="0" kern="1200" baseline="0">
          <a:solidFill>
            <a:schemeClr val="tx1"/>
          </a:solidFill>
          <a:latin typeface="Calibri" panose="020F0502020204030204" pitchFamily="34" charset="0"/>
          <a:ea typeface="メイリオ" pitchFamily="50" charset="-128"/>
          <a:cs typeface="Calibri" pitchFamily="34" charset="0"/>
        </a:defRPr>
      </a:lvl3pPr>
      <a:lvl4pPr marL="1599760" indent="-228541" algn="l" defTabSz="914150" rtl="0" eaLnBrk="1" latinLnBrk="0" hangingPunct="1">
        <a:spcBef>
          <a:spcPct val="20000"/>
        </a:spcBef>
        <a:buClr>
          <a:srgbClr val="4C4948"/>
        </a:buClr>
        <a:buFont typeface="Arial" pitchFamily="34" charset="0"/>
        <a:buChar char="–"/>
        <a:defRPr kumimoji="1" sz="2000" b="0" i="0" kern="1200" baseline="0">
          <a:solidFill>
            <a:schemeClr val="tx1"/>
          </a:solidFill>
          <a:latin typeface="Calibri" panose="020F0502020204030204" pitchFamily="34" charset="0"/>
          <a:ea typeface="メイリオ" pitchFamily="50" charset="-128"/>
          <a:cs typeface="Calibri" pitchFamily="34" charset="0"/>
        </a:defRPr>
      </a:lvl4pPr>
      <a:lvl5pPr marL="2056831" indent="-228541" algn="l" defTabSz="914150" rtl="0" eaLnBrk="1" latinLnBrk="0" hangingPunct="1">
        <a:spcBef>
          <a:spcPct val="20000"/>
        </a:spcBef>
        <a:buClr>
          <a:srgbClr val="4C4948"/>
        </a:buClr>
        <a:buFont typeface="Arial" pitchFamily="34" charset="0"/>
        <a:buChar char="»"/>
        <a:defRPr kumimoji="1" sz="2000" b="0" i="0" kern="1200" baseline="0">
          <a:solidFill>
            <a:schemeClr val="tx1"/>
          </a:solidFill>
          <a:latin typeface="Calibri" panose="020F0502020204030204" pitchFamily="34" charset="0"/>
          <a:ea typeface="メイリオ" pitchFamily="50" charset="-128"/>
          <a:cs typeface="Calibri" pitchFamily="34" charset="0"/>
        </a:defRPr>
      </a:lvl5pPr>
      <a:lvl6pPr marL="2513910" indent="-228541" algn="l" defTabSz="91415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986" indent="-228541" algn="l" defTabSz="91415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061" indent="-228541" algn="l" defTabSz="91415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142" indent="-228541" algn="l" defTabSz="91415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1pPr>
      <a:lvl2pPr marL="457071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914150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3pPr>
      <a:lvl4pPr marL="1371226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4pPr>
      <a:lvl5pPr marL="1828301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5pPr>
      <a:lvl6pPr marL="2285382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6pPr>
      <a:lvl7pPr marL="2742450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7pPr>
      <a:lvl8pPr marL="3199520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8pPr>
      <a:lvl9pPr marL="3656591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77">
          <p15:clr>
            <a:srgbClr val="F26B43"/>
          </p15:clr>
        </p15:guide>
        <p15:guide id="2" pos="189" userDrawn="1">
          <p15:clr>
            <a:srgbClr val="F26B43"/>
          </p15:clr>
        </p15:guide>
        <p15:guide id="3" pos="7491" userDrawn="1">
          <p15:clr>
            <a:srgbClr val="F26B43"/>
          </p15:clr>
        </p15:guide>
        <p15:guide id="4" orient="horz" pos="4042">
          <p15:clr>
            <a:srgbClr val="F26B43"/>
          </p15:clr>
        </p15:guide>
        <p15:guide id="5" pos="370" userDrawn="1">
          <p15:clr>
            <a:srgbClr val="F26B43"/>
          </p15:clr>
        </p15:guide>
        <p15:guide id="6" orient="horz" pos="4088" userDrawn="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D283D300-2124-42DF-B73B-3D3D4C546EC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358526908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395" imgH="394" progId="TCLayout.ActiveDocument.1">
                  <p:embed/>
                </p:oleObj>
              </mc:Choice>
              <mc:Fallback>
                <p:oleObj name="think-cell Slide" r:id="rId8" imgW="395" imgH="394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D283D300-2124-42DF-B73B-3D3D4C546EC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4B895B28-7064-4AD0-A15D-88F99BCA9BAD}"/>
              </a:ext>
            </a:extLst>
          </p:cNvPr>
          <p:cNvSpPr/>
          <p:nvPr userDrawn="1">
            <p:custDataLst>
              <p:tags r:id="rId7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kumimoji="1" lang="en-US" altLang="ja-JP" sz="2800" b="0" i="0" baseline="0" dirty="0">
              <a:latin typeface="Aptos" panose="020B0004020202020204" pitchFamily="34" charset="0"/>
              <a:ea typeface="メイリオ" panose="020B0604030504040204" pitchFamily="50" charset="-128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18065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02" r:id="rId1"/>
    <p:sldLayoutId id="2147484103" r:id="rId2"/>
    <p:sldLayoutId id="2147484104" r:id="rId3"/>
    <p:sldLayoutId id="2147484147" r:id="rId4"/>
  </p:sldLayoutIdLst>
  <p:hf hdr="0" dt="0"/>
  <p:txStyles>
    <p:titleStyle>
      <a:lvl1pPr algn="l" defTabSz="914150" rtl="0" eaLnBrk="1" latinLnBrk="0" hangingPunct="1">
        <a:lnSpc>
          <a:spcPts val="2800"/>
        </a:lnSpc>
        <a:spcBef>
          <a:spcPct val="0"/>
        </a:spcBef>
        <a:buNone/>
        <a:defRPr kumimoji="1" sz="2800" b="1" i="0" kern="1200" baseline="0">
          <a:solidFill>
            <a:schemeClr val="tx1"/>
          </a:solidFill>
          <a:latin typeface="Aptos" panose="020B0004020202020204" pitchFamily="34" charset="0"/>
          <a:ea typeface="メイリオ" pitchFamily="50" charset="-128"/>
          <a:cs typeface="Calibri" pitchFamily="34" charset="0"/>
        </a:defRPr>
      </a:lvl1pPr>
    </p:titleStyle>
    <p:bodyStyle>
      <a:lvl1pPr marL="457071" indent="-457071" algn="l" defTabSz="914150" rtl="0" eaLnBrk="1" latinLnBrk="0" hangingPunct="1">
        <a:spcBef>
          <a:spcPct val="20000"/>
        </a:spcBef>
        <a:buClr>
          <a:srgbClr val="4C4948"/>
        </a:buClr>
        <a:buFont typeface="Arial" panose="020B0604020202020204" pitchFamily="34" charset="0"/>
        <a:buChar char="•"/>
        <a:defRPr kumimoji="1" sz="2000" b="0" i="0" kern="1200" baseline="0">
          <a:solidFill>
            <a:schemeClr val="tx1"/>
          </a:solidFill>
          <a:latin typeface="Aptos" panose="020B0004020202020204" pitchFamily="34" charset="0"/>
          <a:ea typeface="メイリオ" pitchFamily="50" charset="-128"/>
          <a:cs typeface="Calibri" pitchFamily="34" charset="0"/>
        </a:defRPr>
      </a:lvl1pPr>
      <a:lvl2pPr marL="742745" indent="-285677" algn="l" defTabSz="914150" rtl="0" eaLnBrk="1" latinLnBrk="0" hangingPunct="1">
        <a:spcBef>
          <a:spcPct val="20000"/>
        </a:spcBef>
        <a:buClr>
          <a:srgbClr val="4C4948"/>
        </a:buClr>
        <a:buFont typeface="Arial" pitchFamily="34" charset="0"/>
        <a:buChar char="–"/>
        <a:defRPr kumimoji="1" sz="2000" b="0" i="0" kern="1200">
          <a:solidFill>
            <a:schemeClr val="tx1"/>
          </a:solidFill>
          <a:latin typeface="Calibri" panose="020F0502020204030204" pitchFamily="34" charset="0"/>
          <a:ea typeface="メイリオ" pitchFamily="50" charset="-128"/>
          <a:cs typeface="Calibri" pitchFamily="34" charset="0"/>
        </a:defRPr>
      </a:lvl2pPr>
      <a:lvl3pPr marL="1142690" indent="-228541" algn="l" defTabSz="914150" rtl="0" eaLnBrk="1" latinLnBrk="0" hangingPunct="1">
        <a:spcBef>
          <a:spcPct val="20000"/>
        </a:spcBef>
        <a:buClr>
          <a:srgbClr val="4C4948"/>
        </a:buClr>
        <a:buFont typeface="Arial" pitchFamily="34" charset="0"/>
        <a:buChar char="•"/>
        <a:defRPr kumimoji="1" sz="2000" b="0" i="0" kern="1200" baseline="0">
          <a:solidFill>
            <a:schemeClr val="tx1"/>
          </a:solidFill>
          <a:latin typeface="Calibri" panose="020F0502020204030204" pitchFamily="34" charset="0"/>
          <a:ea typeface="メイリオ" pitchFamily="50" charset="-128"/>
          <a:cs typeface="Calibri" pitchFamily="34" charset="0"/>
        </a:defRPr>
      </a:lvl3pPr>
      <a:lvl4pPr marL="1599760" indent="-228541" algn="l" defTabSz="914150" rtl="0" eaLnBrk="1" latinLnBrk="0" hangingPunct="1">
        <a:spcBef>
          <a:spcPct val="20000"/>
        </a:spcBef>
        <a:buClr>
          <a:srgbClr val="4C4948"/>
        </a:buClr>
        <a:buFont typeface="Arial" pitchFamily="34" charset="0"/>
        <a:buChar char="–"/>
        <a:defRPr kumimoji="1" sz="2000" b="0" i="0" kern="1200" baseline="0">
          <a:solidFill>
            <a:schemeClr val="tx1"/>
          </a:solidFill>
          <a:latin typeface="Calibri" panose="020F0502020204030204" pitchFamily="34" charset="0"/>
          <a:ea typeface="メイリオ" pitchFamily="50" charset="-128"/>
          <a:cs typeface="Calibri" pitchFamily="34" charset="0"/>
        </a:defRPr>
      </a:lvl4pPr>
      <a:lvl5pPr marL="2056831" indent="-228541" algn="l" defTabSz="914150" rtl="0" eaLnBrk="1" latinLnBrk="0" hangingPunct="1">
        <a:spcBef>
          <a:spcPct val="20000"/>
        </a:spcBef>
        <a:buClr>
          <a:srgbClr val="4C4948"/>
        </a:buClr>
        <a:buFont typeface="Arial" pitchFamily="34" charset="0"/>
        <a:buChar char="»"/>
        <a:defRPr kumimoji="1" sz="2000" b="0" i="0" kern="1200" baseline="0">
          <a:solidFill>
            <a:schemeClr val="tx1"/>
          </a:solidFill>
          <a:latin typeface="Calibri" panose="020F0502020204030204" pitchFamily="34" charset="0"/>
          <a:ea typeface="メイリオ" pitchFamily="50" charset="-128"/>
          <a:cs typeface="Calibri" pitchFamily="34" charset="0"/>
        </a:defRPr>
      </a:lvl5pPr>
      <a:lvl6pPr marL="2513910" indent="-228541" algn="l" defTabSz="91415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986" indent="-228541" algn="l" defTabSz="91415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061" indent="-228541" algn="l" defTabSz="91415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142" indent="-228541" algn="l" defTabSz="91415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1pPr>
      <a:lvl2pPr marL="457071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914150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3pPr>
      <a:lvl4pPr marL="1371226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4pPr>
      <a:lvl5pPr marL="1828301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5pPr>
      <a:lvl6pPr marL="2285382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6pPr>
      <a:lvl7pPr marL="2742450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7pPr>
      <a:lvl8pPr marL="3199520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8pPr>
      <a:lvl9pPr marL="3656591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77">
          <p15:clr>
            <a:srgbClr val="F26B43"/>
          </p15:clr>
        </p15:guide>
        <p15:guide id="2" pos="189" userDrawn="1">
          <p15:clr>
            <a:srgbClr val="F26B43"/>
          </p15:clr>
        </p15:guide>
        <p15:guide id="3" pos="7491" userDrawn="1">
          <p15:clr>
            <a:srgbClr val="F26B43"/>
          </p15:clr>
        </p15:guide>
        <p15:guide id="4" orient="horz" pos="4042">
          <p15:clr>
            <a:srgbClr val="F26B43"/>
          </p15:clr>
        </p15:guide>
        <p15:guide id="5" pos="370" userDrawn="1">
          <p15:clr>
            <a:srgbClr val="F26B43"/>
          </p15:clr>
        </p15:guide>
        <p15:guide id="6" orient="horz" pos="408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000" b="1"/>
              <a:t>AMQ Studio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sz="1000">
                <a:solidFill>
                  <a:srgbClr val="666666"/>
                </a:solidFill>
              </a:rPr>
              <a:t>Built with MuleSoft  |  CloudHub Ready  |  Feedback Welcome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en-US" dirty="0"/>
              <a:t>Rohan Londhe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n-US" dirty="0"/>
              <a:t>Data Integration Engineer (MuleSoft)</a:t>
            </a:r>
            <a:endParaRPr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26"/>
          </p:nvPr>
        </p:nvSpPr>
        <p:spPr>
          <a:xfrm>
            <a:off x="806003" y="4187857"/>
            <a:ext cx="5289997" cy="234001"/>
          </a:xfrm>
        </p:spPr>
        <p:txBody>
          <a:bodyPr/>
          <a:lstStyle/>
          <a:p>
            <a:r>
              <a:rPr sz="1200" dirty="0">
                <a:solidFill>
                  <a:srgbClr val="666666"/>
                </a:solidFill>
              </a:rPr>
              <a:t>Proof of Concept  |  Inspired by </a:t>
            </a:r>
            <a:r>
              <a:rPr sz="1200" dirty="0" err="1">
                <a:solidFill>
                  <a:srgbClr val="666666"/>
                </a:solidFill>
              </a:rPr>
              <a:t>Anypoint</a:t>
            </a:r>
            <a:r>
              <a:rPr sz="1200" dirty="0">
                <a:solidFill>
                  <a:srgbClr val="666666"/>
                </a:solidFill>
              </a:rPr>
              <a:t> MQ REM  |  Extended with Advanced Features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27"/>
          </p:nvPr>
        </p:nvSpPr>
        <p:spPr>
          <a:xfrm>
            <a:off x="806003" y="2045976"/>
            <a:ext cx="5289997" cy="338534"/>
          </a:xfrm>
        </p:spPr>
        <p:txBody>
          <a:bodyPr/>
          <a:lstStyle/>
          <a:p>
            <a:r>
              <a:rPr sz="1600" dirty="0"/>
              <a:t>A Self-Service Queue Management Dashboard for AnypointMQ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t>Error handling in message-driven integrations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Message-driven integrations follow a common error handling pattern: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  1. An error occurs during message processing — caught by the error handler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  2. The original message is enriched with retry metadata (delivery count, error info)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  3. The enriched message is published to a dedicated error queue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  4. After a delay, messages in the error queue are reprocessed: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       • If retry count &lt; limit → re-queued to the source queue for another attempt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       • If retry limit exceeded → moved to a Dead Letter Queue (DLQ) for investigation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The challenge: Once messages land in the DLQ, MuleSoft does not have native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functionality to manage, inspect, or resubmit them. Teams are left writing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one-off scripts or manually handling failed messages.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Error Handling Pattern in Anypoint MQ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t>Gaps in Anypoint MQ message management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MuleSoft does not have native functionality to manage messages on a queue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in terms of inspection, resubmission, or transfer to other queues.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❌  No visibility — Cannot view message payloads without consuming (and losing) them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❌  No resubmission — No built-in way to return messages from DLQ to source queue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❌  No cross-queue transfer — Moving messages between queues requires custom code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❌  No editing — Corrupted payloads cannot be fixed before reprocessing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❌  No multi-format awareness — JSON, CSV, XML, text all treated the same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❌  Manual effort — Teams write throwaway scripts, wasting time and risking message loss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❌  No concurrency safety — Multiple users accessing the same queue can cause conflicts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</a:defRPr>
            </a:pPr>
            <a:r>
              <a:t>MuleSoft's Anypoint MQ REM (Resubmit Error Messages) introduced a dashboard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</a:defRPr>
            </a:pPr>
            <a:r>
              <a:t>concept — a Web API built with MuleSoft Platform APIs and Anypoint Studio that: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</a:defRPr>
            </a:pPr>
            <a:r>
              <a:t>  ✅  Views messages in the error/dead-letter queue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</a:defRPr>
            </a:pPr>
            <a:r>
              <a:t>  ✅  Resubmits individual messages or all messages to the source queue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</a:defRPr>
            </a:pPr>
            <a:r>
              <a:t>  ✅  Refreshes to see new messages in real time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</a:defRPr>
            </a:pPr>
            <a:r>
              <a:t>  ✅  Shows statistics — message counts, timestamps, retry frequency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</a:defRPr>
            </a:pPr>
            <a:r>
              <a:t>AMQ Studio takes this concept further by adding: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</a:defRPr>
            </a:pPr>
            <a:r>
              <a:t>  🆕  Inline payload editing (JSON, CSV table editor, XML, text)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</a:defRPr>
            </a:pPr>
            <a:r>
              <a:t>  🆕  Cross-queue transfers (not just return-to-origin)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</a:defRPr>
            </a:pPr>
            <a:r>
              <a:t>  🆕  Message deletion with double confirmation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</a:defRPr>
            </a:pPr>
            <a:r>
              <a:t>  🆕  Concurrency locking with auto-return on idle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</a:defRPr>
            </a:pPr>
            <a:r>
              <a:t>  🆕  Multi-format content type preservation through round-trips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</a:defRPr>
            </a:pPr>
            <a:r>
              <a:t>  🆕  Dynamic Platform API integration (cascading org/env/region/queue)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</a:defRPr>
            </a:pPr>
            <a:r>
              <a:t>  🆕  AES-256 encrypted session security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Inspiration: Anypoint MQ REM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The Solution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t>AMQ Studio — extending REM with advanced capabilities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</a:defRPr>
            </a:pPr>
            <a:r>
              <a:t>A self-contained Mule application with a built-in web dashboard for Anypoint MQ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</a:defRPr>
            </a:pPr>
            <a:r>
              <a:t>queue management — deployable to CloudHub, Runtime Fabric, or on-premise.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</a:defRPr>
            </a:pPr>
            <a:r>
              <a:t>🖥️  FRONTEND — HTML/JS/CSS served via parse-template, AES-256 encrypted sessions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</a:defRPr>
            </a:pPr>
            <a:r>
              <a:t>⚙️  BACKEND — 7 modular Mule XML files, Object Store for temporary message storage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</a:defRPr>
            </a:pPr>
            <a:r>
              <a:t>☁️  PLATFORM — Proxy to Anypoint Platform APIs for dynamic configuration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</a:defRPr>
            </a:pPr>
            <a:r>
              <a:t>TWO ACCESS MODES (PoC):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</a:defRPr>
            </a:pPr>
            <a:r>
              <a:t>  • Platform-led login — Authenticate with Connected App, then Org/Env/Region/Queue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</a:defRPr>
            </a:pPr>
            <a:r>
              <a:t>    auto-populate via Platform APIs (cascading dropdowns)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</a:defRPr>
            </a:pPr>
            <a:r>
              <a:t>  • Manual form — Enter details directly for quick access (will be removed at GA)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</a:defRPr>
            </a:pPr>
            <a:r>
              <a:t>USER FLOW: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</a:defRPr>
            </a:pPr>
            <a:r>
              <a:t>  1. Authenticate with Connected App credentials (AES-256-GCM encrypted)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</a:defRPr>
            </a:pPr>
            <a:r>
              <a:t>  2. Select Organization → Environment → Region → Queue (auto-populated)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</a:defRPr>
            </a:pPr>
            <a:r>
              <a:t>  3. Lock acquired → Messages consumed → Displayed progressively in real-time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</a:defRPr>
            </a:pPr>
            <a:r>
              <a:t>  4. Inspect, edit, transfer, delete, or return messages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</a:defRPr>
            </a:pPr>
            <a:r>
              <a:t>  5. On disconnect → All messages safely returned → Lock released → Session cleared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Solution: AMQ Studio (Proof of Concept)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🔍  DLQ Inspection — View all messages in error/dead-letter queues with full payload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🔄  Message Resubmission — Return individual or all messages to the source queue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↗️  Cross-Queue Transfer — Move messages to a different queue (same region/org/env)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✏️  Payload Editing — Fix corrupted JSON, edit CSV in a table view, modify properties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🗑️  Message Cleanup — Delete obsolete messages with double confirmation safety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📊  Problem Discovery — Identify which messages fail most (via payload inspection)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⚡  Real-time Monitoring — Progressive streaming shows messages as they arrive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🔒  Safe Multi-User Access — Lock mechanism prevents concurrent queue access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Cases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amq-handler-poc.xml  →  Global configs (connectors, object stores, HTTP listener)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common.xml  →  Shared sub-flows (OS store, retrieve, delete)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message-operations.xml  →  Fetch, list, view, update, delete messages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queue-operations.xml  →  Return to origin, transfer to another queue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lock-management.xml  →  Acquire, renew, release lock + stale lock scheduler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platform-proxy.xml  →  Anypoint Platform API proxies (orgs, envs, regions, queues)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static-assets.xml  →  Serve HTML, CSS, JS, SVG via parse-template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CONFIGURATION (dev.yaml):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  • All values configurable — URLs, timeouts, TTLs, scheduler frequency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  • Organization-agnostic — deploy to any org, works with any credentials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  • Test mode toggle via property: app.testModeEnabled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&amp; File Structure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</a:defRPr>
            </a:pPr>
            <a:r>
              <a:t>🔐  CLIENT-SIDE SECURITY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</a:defRPr>
            </a:pPr>
            <a:r>
              <a:t>  • AES-256-GCM encryption for stored credentials (non-extractable keys)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</a:defRPr>
            </a:pPr>
            <a:r>
              <a:t>  • sessionStorage — cleared on tab close, secrets never pre-filled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</a:defRPr>
            </a:pPr>
            <a:r>
              <a:t>  • Credentials never stored in plaintext anywhere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</a:defRPr>
            </a:pPr>
            <a:r>
              <a:t>🛡️  SERVER-SIDE SECURITY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</a:defRPr>
            </a:pPr>
            <a:r>
              <a:t>  • Queue locking prevents concurrent access by multiple users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</a:defRPr>
            </a:pPr>
            <a:r>
              <a:t>  • Auto-return on idle prevents data loss (configurable threshold)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</a:defRPr>
            </a:pPr>
            <a:r>
              <a:t>  • Object Store TTL ensures automatic cleanup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</a:defRPr>
            </a:pPr>
            <a:r>
              <a:t>  • Session cleared on disconnect — nothing persists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</a:defRPr>
            </a:pPr>
            <a:r>
              <a:t>✅  OPERATIONAL SAFETY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</a:defRPr>
            </a:pPr>
            <a:r>
              <a:t>  • Double confirmation for destructive actions (type DELETE / SAVE to proceed)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</a:defRPr>
            </a:pPr>
            <a:r>
              <a:t>  • Session termination returns all untouched messages to queue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</a:defRPr>
            </a:pPr>
            <a:r>
              <a:t>  • No data loss scenario — messages always safe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</a:defRPr>
            </a:pPr>
            <a:r>
              <a:t>📦  DEPLOYMENT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</a:defRPr>
            </a:pPr>
            <a:r>
              <a:t>  • JS/CSS minified via Terser + CleanCSS in Maven build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</a:defRPr>
            </a:pPr>
            <a:r>
              <a:t>  • CloudHub / Runtime Fabric / On-prem ready | LTS compatible (Mule 4.9.x)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Features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100">
                <a:solidFill>
                  <a:srgbClr val="1A1A2E"/>
                </a:solidFill>
              </a:defRPr>
            </a:pPr>
            <a:r>
              <a:t>FEATURE                              REM          AMQ STUDIO</a:t>
            </a:r>
          </a:p>
          <a:p>
            <a:pPr>
              <a:spcAft>
                <a:spcPts val="600"/>
              </a:spcAft>
              <a:defRPr sz="1100">
                <a:solidFill>
                  <a:srgbClr val="1A1A2E"/>
                </a:solidFill>
              </a:defRPr>
            </a:pPr>
            <a:r>
              <a:t>─────────────────────────────────────────────────────────────</a:t>
            </a:r>
          </a:p>
          <a:p>
            <a:pPr>
              <a:spcAft>
                <a:spcPts val="600"/>
              </a:spcAft>
              <a:defRPr sz="1100">
                <a:solidFill>
                  <a:srgbClr val="1A1A2E"/>
                </a:solidFill>
              </a:defRPr>
            </a:pPr>
            <a:r>
              <a:t>View DLQ messages                      ✅               ✅</a:t>
            </a:r>
          </a:p>
          <a:p>
            <a:pPr>
              <a:spcAft>
                <a:spcPts val="600"/>
              </a:spcAft>
              <a:defRPr sz="1100">
                <a:solidFill>
                  <a:srgbClr val="1A1A2E"/>
                </a:solidFill>
              </a:defRPr>
            </a:pPr>
            <a:r>
              <a:t>Resubmit to source queue               ✅               ✅</a:t>
            </a:r>
          </a:p>
          <a:p>
            <a:pPr>
              <a:spcAft>
                <a:spcPts val="600"/>
              </a:spcAft>
              <a:defRPr sz="1100">
                <a:solidFill>
                  <a:srgbClr val="1A1A2E"/>
                </a:solidFill>
              </a:defRPr>
            </a:pPr>
            <a:r>
              <a:t>Refresh for new messages               ✅               ✅</a:t>
            </a:r>
          </a:p>
          <a:p>
            <a:pPr>
              <a:spcAft>
                <a:spcPts val="600"/>
              </a:spcAft>
              <a:defRPr sz="1100">
                <a:solidFill>
                  <a:srgbClr val="1A1A2E"/>
                </a:solidFill>
              </a:defRPr>
            </a:pPr>
            <a:r>
              <a:t>Message statistics                      ✅               ✅</a:t>
            </a:r>
          </a:p>
          <a:p>
            <a:pPr>
              <a:spcAft>
                <a:spcPts val="600"/>
              </a:spcAft>
              <a:defRPr sz="1100">
                <a:solidFill>
                  <a:srgbClr val="1A1A2E"/>
                </a:solidFill>
              </a:defRPr>
            </a:pPr>
            <a:r>
              <a:t>Transfer to different queue             ❌               ✅</a:t>
            </a:r>
          </a:p>
          <a:p>
            <a:pPr>
              <a:spcAft>
                <a:spcPts val="600"/>
              </a:spcAft>
              <a:defRPr sz="1100">
                <a:solidFill>
                  <a:srgbClr val="1A1A2E"/>
                </a:solidFill>
              </a:defRPr>
            </a:pPr>
            <a:r>
              <a:t>Edit message payload                    ❌               ✅</a:t>
            </a:r>
          </a:p>
          <a:p>
            <a:pPr>
              <a:spcAft>
                <a:spcPts val="600"/>
              </a:spcAft>
              <a:defRPr sz="1100">
                <a:solidFill>
                  <a:srgbClr val="1A1A2E"/>
                </a:solidFill>
              </a:defRPr>
            </a:pPr>
            <a:r>
              <a:t>Inline CSV table editing                ❌               ✅</a:t>
            </a:r>
          </a:p>
          <a:p>
            <a:pPr>
              <a:spcAft>
                <a:spcPts val="600"/>
              </a:spcAft>
              <a:defRPr sz="1100">
                <a:solidFill>
                  <a:srgbClr val="1A1A2E"/>
                </a:solidFill>
              </a:defRPr>
            </a:pPr>
            <a:r>
              <a:t>Delete messages                         ❌               ✅</a:t>
            </a:r>
          </a:p>
          <a:p>
            <a:pPr>
              <a:spcAft>
                <a:spcPts val="600"/>
              </a:spcAft>
              <a:defRPr sz="1100">
                <a:solidFill>
                  <a:srgbClr val="1A1A2E"/>
                </a:solidFill>
              </a:defRPr>
            </a:pPr>
            <a:r>
              <a:t>Multi-format preservation               ❌               ✅</a:t>
            </a:r>
          </a:p>
          <a:p>
            <a:pPr>
              <a:spcAft>
                <a:spcPts val="600"/>
              </a:spcAft>
              <a:defRPr sz="1100">
                <a:solidFill>
                  <a:srgbClr val="1A1A2E"/>
                </a:solidFill>
              </a:defRPr>
            </a:pPr>
            <a:r>
              <a:t>Concurrency locking                     ❌               ✅</a:t>
            </a:r>
          </a:p>
          <a:p>
            <a:pPr>
              <a:spcAft>
                <a:spcPts val="600"/>
              </a:spcAft>
              <a:defRPr sz="1100">
                <a:solidFill>
                  <a:srgbClr val="1A1A2E"/>
                </a:solidFill>
              </a:defRPr>
            </a:pPr>
            <a:r>
              <a:t>Auto-return on idle                     ❌               ✅</a:t>
            </a:r>
          </a:p>
          <a:p>
            <a:pPr>
              <a:spcAft>
                <a:spcPts val="600"/>
              </a:spcAft>
              <a:defRPr sz="1100">
                <a:solidFill>
                  <a:srgbClr val="1A1A2E"/>
                </a:solidFill>
              </a:defRPr>
            </a:pPr>
            <a:r>
              <a:t>Real-time progressive streaming        ❌               ✅</a:t>
            </a:r>
          </a:p>
          <a:p>
            <a:pPr>
              <a:spcAft>
                <a:spcPts val="600"/>
              </a:spcAft>
              <a:defRPr sz="1100">
                <a:solidFill>
                  <a:srgbClr val="1A1A2E"/>
                </a:solidFill>
              </a:defRPr>
            </a:pPr>
            <a:r>
              <a:t>AES-256 encrypted sessions             ❌               ✅</a:t>
            </a:r>
          </a:p>
          <a:p>
            <a:pPr>
              <a:spcAft>
                <a:spcPts val="600"/>
              </a:spcAft>
              <a:defRPr sz="1100">
                <a:solidFill>
                  <a:srgbClr val="1A1A2E"/>
                </a:solidFill>
              </a:defRPr>
            </a:pPr>
            <a:r>
              <a:t>Platform API cascading dropdowns       ❌               ✅</a:t>
            </a:r>
          </a:p>
          <a:p>
            <a:pPr>
              <a:spcAft>
                <a:spcPts val="600"/>
              </a:spcAft>
              <a:defRPr sz="1100">
                <a:solidFill>
                  <a:srgbClr val="1A1A2E"/>
                </a:solidFill>
              </a:defRPr>
            </a:pPr>
            <a:r>
              <a:t>Minified/obfuscated distribution       ❌               ✅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REM vs AMQ Studio — Feature Comparison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Live Demo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t>http://localhost:8081/amq-studio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🔐  SSO Login — Connected App OAuth 2.0 flow, "Login with MuleSoft" button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📊  Analytics Dashboard — Message volume trends, queue health monitoring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🔄  Exchange &amp; DLQ — Topic/exchange support, DLQ-specific workflows, bulk replay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📈  Error Intelligence — Track retry patterns, identify recurring failures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🧪  Testing &amp; CI/CD — MUnit coverage, GitHub Actions, automated CloudHub deploy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📱  UX — Dark mode, mobile responsive, keyboard shortcuts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🔌  Extensibility — Plugin architecture for custom actions on messages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 &amp; Future Enhancements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This is a Proof of Concept — your feedback will shape the final product.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💬  What works well?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🔧  What could be improved?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🆕  What features would you like to see next?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🐛  Did you encounter any issues?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CURRENT STATUS: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  • Platform-led login — fully functional (auto-populates via Platform APIs)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  • Manual form — available for quick access during PoC (will be removed at GA)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  • Security — AES-256-GCM encryption, auto-return, double confirmations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Please try it out and share your thoughts!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Every piece of feedback helps shape the final release.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 Need Your Feedback!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sz="2200"/>
              <a:t>Thank You!</a:t>
            </a:r>
          </a:p>
          <a:p>
            <a:endParaRPr sz="2200"/>
          </a:p>
          <a:p>
            <a:r>
              <a:rPr sz="2200"/>
              <a:t>AMQ Studio — Self-Service Queue Management for Anypoint MQ</a:t>
            </a:r>
          </a:p>
          <a:p>
            <a:r>
              <a:rPr sz="2200"/>
              <a:t>Proof of Concept  |  Inspired by Anypoint MQ REM</a:t>
            </a:r>
          </a:p>
          <a:p>
            <a:endParaRPr sz="2200"/>
          </a:p>
          <a:p>
            <a:r>
              <a:rPr sz="2200"/>
              <a:t>🤝 Your Feedback Makes This Better</a:t>
            </a:r>
          </a:p>
          <a:p>
            <a:endParaRPr sz="2200"/>
          </a:p>
          <a:p>
            <a:r>
              <a:rPr sz="2200"/>
              <a:t>Questions?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1s2wmrLno._6pCV7LnEi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1s2wmrLno._6pCV7LnEig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1s2wmrLno._6pCV7LnEi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1s2wmrLno._6pCV7LnEi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1s2wmrLno._6pCV7LnEig"/>
</p:tagLst>
</file>

<file path=ppt/theme/theme1.xml><?xml version="1.0" encoding="utf-8"?>
<a:theme xmlns:a="http://schemas.openxmlformats.org/drawingml/2006/main" name="01 Takeda Slide Master | Pattern 1">
  <a:themeElements>
    <a:clrScheme name="Takeda_2026">
      <a:dk1>
        <a:srgbClr val="34373F"/>
      </a:dk1>
      <a:lt1>
        <a:srgbClr val="FFFFFF"/>
      </a:lt1>
      <a:dk2>
        <a:srgbClr val="34373F"/>
      </a:dk2>
      <a:lt2>
        <a:srgbClr val="FFFFFF"/>
      </a:lt2>
      <a:accent1>
        <a:srgbClr val="E1242A"/>
      </a:accent1>
      <a:accent2>
        <a:srgbClr val="891515"/>
      </a:accent2>
      <a:accent3>
        <a:srgbClr val="34373F"/>
      </a:accent3>
      <a:accent4>
        <a:srgbClr val="A1B1C3"/>
      </a:accent4>
      <a:accent5>
        <a:srgbClr val="D1D8E0"/>
      </a:accent5>
      <a:accent6>
        <a:srgbClr val="EDF2F3"/>
      </a:accent6>
      <a:hlink>
        <a:srgbClr val="34373F"/>
      </a:hlink>
      <a:folHlink>
        <a:srgbClr val="34373F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28575">
          <a:noFill/>
        </a:ln>
      </a:spPr>
      <a:bodyPr wrap="square" rtlCol="0" anchor="ctr"/>
      <a:lstStyle>
        <a:defPPr algn="ctr">
          <a:defRPr kumimoji="1" dirty="0">
            <a:solidFill>
              <a:schemeClr val="bg1"/>
            </a:solidFill>
          </a:defRPr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</a:objectDefaults>
  <a:extraClrSchemeLst/>
  <a:extLst>
    <a:ext uri="{05A4C25C-085E-4340-85A3-A5531E510DB2}">
      <thm15:themeFamily xmlns:thm15="http://schemas.microsoft.com/office/thememl/2012/main" name="Takeda_Slide_Template_EN" id="{DD7EA2A2-F198-5E47-BA8B-8BE18DE7BE3F}" vid="{C9AAF929-AAC0-0F4A-A959-F7C15FA090D3}"/>
    </a:ext>
  </a:extLst>
</a:theme>
</file>

<file path=ppt/theme/theme2.xml><?xml version="1.0" encoding="utf-8"?>
<a:theme xmlns:a="http://schemas.openxmlformats.org/drawingml/2006/main" name="Pattern 1">
  <a:themeElements>
    <a:clrScheme name="Custom 1">
      <a:dk1>
        <a:srgbClr val="34373F"/>
      </a:dk1>
      <a:lt1>
        <a:srgbClr val="FFFFFF"/>
      </a:lt1>
      <a:dk2>
        <a:srgbClr val="34373F"/>
      </a:dk2>
      <a:lt2>
        <a:srgbClr val="FFFFFF"/>
      </a:lt2>
      <a:accent1>
        <a:srgbClr val="E1242A"/>
      </a:accent1>
      <a:accent2>
        <a:srgbClr val="891515"/>
      </a:accent2>
      <a:accent3>
        <a:srgbClr val="34373F"/>
      </a:accent3>
      <a:accent4>
        <a:srgbClr val="939DB7"/>
      </a:accent4>
      <a:accent5>
        <a:srgbClr val="EDF2F4"/>
      </a:accent5>
      <a:accent6>
        <a:srgbClr val="FFFFFF"/>
      </a:accent6>
      <a:hlink>
        <a:srgbClr val="34373F"/>
      </a:hlink>
      <a:folHlink>
        <a:srgbClr val="34373F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28575">
          <a:noFill/>
        </a:ln>
      </a:spPr>
      <a:bodyPr wrap="square" rtlCol="0" anchor="ctr"/>
      <a:lstStyle>
        <a:defPPr algn="ctr">
          <a:defRPr kumimoji="1" dirty="0">
            <a:solidFill>
              <a:schemeClr val="bg1"/>
            </a:solidFill>
          </a:defRPr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</a:objectDefaults>
  <a:extraClrSchemeLst/>
  <a:extLst>
    <a:ext uri="{05A4C25C-085E-4340-85A3-A5531E510DB2}">
      <thm15:themeFamily xmlns:thm15="http://schemas.microsoft.com/office/thememl/2012/main" name="Takeda_Slide_Template_EN" id="{DD7EA2A2-F198-5E47-BA8B-8BE18DE7BE3F}" vid="{400C1EC5-5DD5-0A44-8F77-5A099E993743}"/>
    </a:ext>
  </a:extLst>
</a:theme>
</file>

<file path=ppt/theme/theme3.xml><?xml version="1.0" encoding="utf-8"?>
<a:theme xmlns:a="http://schemas.openxmlformats.org/drawingml/2006/main" name="Pattern 2">
  <a:themeElements>
    <a:clrScheme name="Custom 1">
      <a:dk1>
        <a:srgbClr val="34373F"/>
      </a:dk1>
      <a:lt1>
        <a:srgbClr val="FFFFFF"/>
      </a:lt1>
      <a:dk2>
        <a:srgbClr val="34373F"/>
      </a:dk2>
      <a:lt2>
        <a:srgbClr val="FFFFFF"/>
      </a:lt2>
      <a:accent1>
        <a:srgbClr val="E1242A"/>
      </a:accent1>
      <a:accent2>
        <a:srgbClr val="891515"/>
      </a:accent2>
      <a:accent3>
        <a:srgbClr val="34373F"/>
      </a:accent3>
      <a:accent4>
        <a:srgbClr val="939DB7"/>
      </a:accent4>
      <a:accent5>
        <a:srgbClr val="EDF2F4"/>
      </a:accent5>
      <a:accent6>
        <a:srgbClr val="FFFFFF"/>
      </a:accent6>
      <a:hlink>
        <a:srgbClr val="34373F"/>
      </a:hlink>
      <a:folHlink>
        <a:srgbClr val="34373F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28575">
          <a:noFill/>
        </a:ln>
      </a:spPr>
      <a:bodyPr wrap="square" rtlCol="0" anchor="ctr"/>
      <a:lstStyle>
        <a:defPPr algn="ctr">
          <a:defRPr kumimoji="1" dirty="0">
            <a:solidFill>
              <a:schemeClr val="bg1"/>
            </a:solidFill>
          </a:defRPr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</a:objectDefaults>
  <a:extraClrSchemeLst/>
  <a:extLst>
    <a:ext uri="{05A4C25C-085E-4340-85A3-A5531E510DB2}">
      <thm15:themeFamily xmlns:thm15="http://schemas.microsoft.com/office/thememl/2012/main" name="Takeda_Slide_Template_EN" id="{DD7EA2A2-F198-5E47-BA8B-8BE18DE7BE3F}" vid="{9CD9EB2F-8816-4D44-AEDC-DA534578B511}"/>
    </a:ext>
  </a:extLst>
</a:theme>
</file>

<file path=ppt/theme/theme4.xml><?xml version="1.0" encoding="utf-8"?>
<a:theme xmlns:a="http://schemas.openxmlformats.org/drawingml/2006/main" name="Pattern 3">
  <a:themeElements>
    <a:clrScheme name="Custom 1">
      <a:dk1>
        <a:srgbClr val="34373F"/>
      </a:dk1>
      <a:lt1>
        <a:srgbClr val="FFFFFF"/>
      </a:lt1>
      <a:dk2>
        <a:srgbClr val="34373F"/>
      </a:dk2>
      <a:lt2>
        <a:srgbClr val="FFFFFF"/>
      </a:lt2>
      <a:accent1>
        <a:srgbClr val="E1242A"/>
      </a:accent1>
      <a:accent2>
        <a:srgbClr val="891515"/>
      </a:accent2>
      <a:accent3>
        <a:srgbClr val="34373F"/>
      </a:accent3>
      <a:accent4>
        <a:srgbClr val="939DB7"/>
      </a:accent4>
      <a:accent5>
        <a:srgbClr val="EDF2F4"/>
      </a:accent5>
      <a:accent6>
        <a:srgbClr val="FFFFFF"/>
      </a:accent6>
      <a:hlink>
        <a:srgbClr val="34373F"/>
      </a:hlink>
      <a:folHlink>
        <a:srgbClr val="34373F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28575">
          <a:noFill/>
        </a:ln>
      </a:spPr>
      <a:bodyPr wrap="square" rtlCol="0" anchor="ctr"/>
      <a:lstStyle>
        <a:defPPr algn="ctr">
          <a:defRPr kumimoji="1" dirty="0">
            <a:solidFill>
              <a:schemeClr val="bg1"/>
            </a:solidFill>
          </a:defRPr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</a:objectDefaults>
  <a:extraClrSchemeLst/>
  <a:extLst>
    <a:ext uri="{05A4C25C-085E-4340-85A3-A5531E510DB2}">
      <thm15:themeFamily xmlns:thm15="http://schemas.microsoft.com/office/thememl/2012/main" name="Takeda_Slide_Template_EN" id="{DD7EA2A2-F198-5E47-BA8B-8BE18DE7BE3F}" vid="{51A5030A-F628-414B-91E9-2C96A09E68E6}"/>
    </a:ext>
  </a:extLst>
</a:theme>
</file>

<file path=ppt/theme/theme5.xml><?xml version="1.0" encoding="utf-8"?>
<a:theme xmlns:a="http://schemas.openxmlformats.org/drawingml/2006/main" name="Pattern 4">
  <a:themeElements>
    <a:clrScheme name="Custom 1">
      <a:dk1>
        <a:srgbClr val="34373F"/>
      </a:dk1>
      <a:lt1>
        <a:srgbClr val="FFFFFF"/>
      </a:lt1>
      <a:dk2>
        <a:srgbClr val="34373F"/>
      </a:dk2>
      <a:lt2>
        <a:srgbClr val="FFFFFF"/>
      </a:lt2>
      <a:accent1>
        <a:srgbClr val="E1242A"/>
      </a:accent1>
      <a:accent2>
        <a:srgbClr val="891515"/>
      </a:accent2>
      <a:accent3>
        <a:srgbClr val="34373F"/>
      </a:accent3>
      <a:accent4>
        <a:srgbClr val="939DB7"/>
      </a:accent4>
      <a:accent5>
        <a:srgbClr val="EDF2F4"/>
      </a:accent5>
      <a:accent6>
        <a:srgbClr val="FFFFFF"/>
      </a:accent6>
      <a:hlink>
        <a:srgbClr val="34373F"/>
      </a:hlink>
      <a:folHlink>
        <a:srgbClr val="34373F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28575">
          <a:noFill/>
        </a:ln>
      </a:spPr>
      <a:bodyPr wrap="square" rtlCol="0" anchor="ctr"/>
      <a:lstStyle>
        <a:defPPr algn="ctr">
          <a:defRPr kumimoji="1" dirty="0">
            <a:solidFill>
              <a:schemeClr val="bg1"/>
            </a:solidFill>
          </a:defRPr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</a:objectDefaults>
  <a:extraClrSchemeLst/>
  <a:extLst>
    <a:ext uri="{05A4C25C-085E-4340-85A3-A5531E510DB2}">
      <thm15:themeFamily xmlns:thm15="http://schemas.microsoft.com/office/thememl/2012/main" name="Takeda_Slide_Template_EN" id="{DD7EA2A2-F198-5E47-BA8B-8BE18DE7BE3F}" vid="{E6A70F3D-F619-824E-B27D-2467C683F742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CFEFB87-012A-3040-9884-D47B375CFE78}">
  <we:reference id="f5f369e5-aa35-49d7-ad7b-638152ddb008" version="1.0.0.1" store="EXCatalog" storeType="EXCatalog"/>
  <we:alternateReferences>
    <we:reference id="WA200010001" version="1.0.0.1" store="en-US" storeType="OMEX"/>
  </we:alternateReferences>
  <we:properties>
    <we:property name="claude.fileId" value="&quot;70c59ee8-85e2-43c2-b015-95a853974ba3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75A97E0CD103A4BB0335BAEFEE5DA2D" ma:contentTypeVersion="4" ma:contentTypeDescription="Create a new document." ma:contentTypeScope="" ma:versionID="91a7e4078429c10ff39f50a768832f53">
  <xsd:schema xmlns:xsd="http://www.w3.org/2001/XMLSchema" xmlns:xs="http://www.w3.org/2001/XMLSchema" xmlns:p="http://schemas.microsoft.com/office/2006/metadata/properties" xmlns:ns2="a3071ad5-1934-4c2f-945e-b8e905b9e153" targetNamespace="http://schemas.microsoft.com/office/2006/metadata/properties" ma:root="true" ma:fieldsID="c8a5f5e04d74480cebc6210c10183f28" ns2:_="">
    <xsd:import namespace="a3071ad5-1934-4c2f-945e-b8e905b9e15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3071ad5-1934-4c2f-945e-b8e905b9e15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CC3BB52-6112-4A90-B1AF-BB2849B5056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064AA88-9994-4773-9B46-6F25641ADC01}">
  <ds:schemaRefs>
    <ds:schemaRef ds:uri="http://schemas.microsoft.com/office/2006/documentManagement/types"/>
    <ds:schemaRef ds:uri="http://schemas.microsoft.com/office/infopath/2007/PartnerControls"/>
    <ds:schemaRef ds:uri="http://schemas.microsoft.com/office/2006/metadata/properties"/>
    <ds:schemaRef ds:uri="http://purl.org/dc/elements/1.1/"/>
    <ds:schemaRef ds:uri="d22c3cd5-af68-46cf-904b-2a67902f633c"/>
    <ds:schemaRef ds:uri="http://schemas.openxmlformats.org/package/2006/metadata/core-properties"/>
    <ds:schemaRef ds:uri="http://www.w3.org/XML/1998/namespace"/>
    <ds:schemaRef ds:uri="d8f8f6ee-77b0-4a0b-84bc-8f256da14f12"/>
    <ds:schemaRef ds:uri="http://purl.org/dc/dcmitype/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9CB1FF20-8DC4-4926-B8CE-C9C0D857CCD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3071ad5-1934-4c2f-945e-b8e905b9e15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Takeda Template</Template>
  <TotalTime>0</TotalTime>
  <Words>1432</Words>
  <Application>Microsoft Office PowerPoint</Application>
  <PresentationFormat>Widescreen</PresentationFormat>
  <Paragraphs>166</Paragraphs>
  <Slides>16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5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6" baseType="lpstr">
      <vt:lpstr>Aptos</vt:lpstr>
      <vt:lpstr>Aptos SemiBold</vt:lpstr>
      <vt:lpstr>Arial</vt:lpstr>
      <vt:lpstr>Calibri</vt:lpstr>
      <vt:lpstr>01 Takeda Slide Master | Pattern 1</vt:lpstr>
      <vt:lpstr>Pattern 1</vt:lpstr>
      <vt:lpstr>Pattern 2</vt:lpstr>
      <vt:lpstr>Pattern 3</vt:lpstr>
      <vt:lpstr>Pattern 4</vt:lpstr>
      <vt:lpstr>think-cell Slide</vt:lpstr>
      <vt:lpstr>AMQ Studio</vt:lpstr>
      <vt:lpstr>Background</vt:lpstr>
      <vt:lpstr>The Error Handling Pattern in Anypoint MQ</vt:lpstr>
      <vt:lpstr>The Problem</vt:lpstr>
      <vt:lpstr>Problem Statement</vt:lpstr>
      <vt:lpstr>Inspiration: Anypoint MQ REM</vt:lpstr>
      <vt:lpstr>The Solution</vt:lpstr>
      <vt:lpstr>Solution: AMQ Studio (Proof of Concept)</vt:lpstr>
      <vt:lpstr>Use Cases</vt:lpstr>
      <vt:lpstr>Architecture &amp; File Structure</vt:lpstr>
      <vt:lpstr>Security Features</vt:lpstr>
      <vt:lpstr>REM vs AMQ Studio — Feature Comparison</vt:lpstr>
      <vt:lpstr>Live Demo</vt:lpstr>
      <vt:lpstr>Roadmap &amp; Future Enhancements</vt:lpstr>
      <vt:lpstr>We Need Your Feedback!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Rohan Londhe</dc:creator>
  <cp:keywords/>
  <dc:description/>
  <cp:lastModifiedBy>Rohan Londhe</cp:lastModifiedBy>
  <cp:revision>2</cp:revision>
  <dcterms:created xsi:type="dcterms:W3CDTF">2026-06-30T08:42:15Z</dcterms:created>
  <dcterms:modified xsi:type="dcterms:W3CDTF">2026-07-02T07:05:11Z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0x010100D75A97E0CD103A4BB0335BAEFEE5DA2D</vt:lpwstr>
  </property>
</Properties>
</file>